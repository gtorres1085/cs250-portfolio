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8A707D-3D4B-41A4-B5F5-5D18529F92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57DA340-14F8-4676-860E-48B21C0D6756}">
      <dgm:prSet/>
      <dgm:spPr/>
      <dgm:t>
        <a:bodyPr/>
        <a:lstStyle/>
        <a:p>
          <a:pPr>
            <a:defRPr cap="all"/>
          </a:pPr>
          <a:r>
            <a:rPr lang="en-US"/>
            <a:t>Scrum Master – Facilitates team, removes blockers</a:t>
          </a:r>
        </a:p>
      </dgm:t>
    </dgm:pt>
    <dgm:pt modelId="{D9288F8A-8E5D-4E61-AFA0-0CE36E32343A}" type="parTrans" cxnId="{D9C69EA7-F297-4131-A261-633C8702F7C7}">
      <dgm:prSet/>
      <dgm:spPr/>
      <dgm:t>
        <a:bodyPr/>
        <a:lstStyle/>
        <a:p>
          <a:endParaRPr lang="en-US"/>
        </a:p>
      </dgm:t>
    </dgm:pt>
    <dgm:pt modelId="{24280950-81B2-4F31-8DC0-CBB32AC272F5}" type="sibTrans" cxnId="{D9C69EA7-F297-4131-A261-633C8702F7C7}">
      <dgm:prSet/>
      <dgm:spPr/>
      <dgm:t>
        <a:bodyPr/>
        <a:lstStyle/>
        <a:p>
          <a:endParaRPr lang="en-US"/>
        </a:p>
      </dgm:t>
    </dgm:pt>
    <dgm:pt modelId="{A49D9889-6578-4125-9B03-D4503D6AE897}">
      <dgm:prSet/>
      <dgm:spPr/>
      <dgm:t>
        <a:bodyPr/>
        <a:lstStyle/>
        <a:p>
          <a:pPr>
            <a:defRPr cap="all"/>
          </a:pPr>
          <a:r>
            <a:rPr lang="en-US"/>
            <a:t>Product Owner – Manages backlog and priorities</a:t>
          </a:r>
        </a:p>
      </dgm:t>
    </dgm:pt>
    <dgm:pt modelId="{80D34507-2FFC-4314-970E-D045E8DD3843}" type="parTrans" cxnId="{52967CC3-4CE0-44D1-9B55-03F3B03C22D1}">
      <dgm:prSet/>
      <dgm:spPr/>
      <dgm:t>
        <a:bodyPr/>
        <a:lstStyle/>
        <a:p>
          <a:endParaRPr lang="en-US"/>
        </a:p>
      </dgm:t>
    </dgm:pt>
    <dgm:pt modelId="{25A77A81-161C-4C72-A681-5B7722E8A8FC}" type="sibTrans" cxnId="{52967CC3-4CE0-44D1-9B55-03F3B03C22D1}">
      <dgm:prSet/>
      <dgm:spPr/>
      <dgm:t>
        <a:bodyPr/>
        <a:lstStyle/>
        <a:p>
          <a:endParaRPr lang="en-US"/>
        </a:p>
      </dgm:t>
    </dgm:pt>
    <dgm:pt modelId="{AA8F5AC6-DA55-4629-8E1D-960BEABA0454}">
      <dgm:prSet/>
      <dgm:spPr/>
      <dgm:t>
        <a:bodyPr/>
        <a:lstStyle/>
        <a:p>
          <a:pPr>
            <a:defRPr cap="all"/>
          </a:pPr>
          <a:r>
            <a:rPr lang="en-US"/>
            <a:t>Developer – Builds and implements features</a:t>
          </a:r>
        </a:p>
      </dgm:t>
    </dgm:pt>
    <dgm:pt modelId="{E7515C87-4DA7-4655-8602-FBA038679FEF}" type="parTrans" cxnId="{E062AE2F-D329-4E5C-ABAC-D9324A11AC79}">
      <dgm:prSet/>
      <dgm:spPr/>
      <dgm:t>
        <a:bodyPr/>
        <a:lstStyle/>
        <a:p>
          <a:endParaRPr lang="en-US"/>
        </a:p>
      </dgm:t>
    </dgm:pt>
    <dgm:pt modelId="{A301EE5C-E45A-4A9E-8B97-6675421EA40D}" type="sibTrans" cxnId="{E062AE2F-D329-4E5C-ABAC-D9324A11AC79}">
      <dgm:prSet/>
      <dgm:spPr/>
      <dgm:t>
        <a:bodyPr/>
        <a:lstStyle/>
        <a:p>
          <a:endParaRPr lang="en-US"/>
        </a:p>
      </dgm:t>
    </dgm:pt>
    <dgm:pt modelId="{E775F9D5-7D34-46C6-9C20-966FA03A04F6}">
      <dgm:prSet/>
      <dgm:spPr/>
      <dgm:t>
        <a:bodyPr/>
        <a:lstStyle/>
        <a:p>
          <a:pPr>
            <a:defRPr cap="all"/>
          </a:pPr>
          <a:r>
            <a:rPr lang="en-US"/>
            <a:t>Tester – Validates functionality and quality</a:t>
          </a:r>
        </a:p>
      </dgm:t>
    </dgm:pt>
    <dgm:pt modelId="{CA616FB5-18E5-4CB7-9D55-52ED94FA69CD}" type="parTrans" cxnId="{5E5A9565-0351-44C0-8F94-A2694B7B25BF}">
      <dgm:prSet/>
      <dgm:spPr/>
      <dgm:t>
        <a:bodyPr/>
        <a:lstStyle/>
        <a:p>
          <a:endParaRPr lang="en-US"/>
        </a:p>
      </dgm:t>
    </dgm:pt>
    <dgm:pt modelId="{E3EEF677-EF14-4A50-99F9-F88DEAF2B6C2}" type="sibTrans" cxnId="{5E5A9565-0351-44C0-8F94-A2694B7B25BF}">
      <dgm:prSet/>
      <dgm:spPr/>
      <dgm:t>
        <a:bodyPr/>
        <a:lstStyle/>
        <a:p>
          <a:endParaRPr lang="en-US"/>
        </a:p>
      </dgm:t>
    </dgm:pt>
    <dgm:pt modelId="{F8EE96CF-EA0D-459F-B5F1-DCB7634B1281}" type="pres">
      <dgm:prSet presAssocID="{C68A707D-3D4B-41A4-B5F5-5D18529F92F7}" presName="root" presStyleCnt="0">
        <dgm:presLayoutVars>
          <dgm:dir/>
          <dgm:resizeHandles val="exact"/>
        </dgm:presLayoutVars>
      </dgm:prSet>
      <dgm:spPr/>
    </dgm:pt>
    <dgm:pt modelId="{0F743DAD-F588-498E-8C18-5EFE07C9C14E}" type="pres">
      <dgm:prSet presAssocID="{557DA340-14F8-4676-860E-48B21C0D6756}" presName="compNode" presStyleCnt="0"/>
      <dgm:spPr/>
    </dgm:pt>
    <dgm:pt modelId="{884A0A4A-7099-4FB9-90DB-2BDD80D62AC6}" type="pres">
      <dgm:prSet presAssocID="{557DA340-14F8-4676-860E-48B21C0D6756}" presName="iconBgRect" presStyleLbl="bgShp" presStyleIdx="0" presStyleCnt="4"/>
      <dgm:spPr/>
    </dgm:pt>
    <dgm:pt modelId="{C4BA0DE2-2194-497E-BB02-8BCEA9C082CF}" type="pres">
      <dgm:prSet presAssocID="{557DA340-14F8-4676-860E-48B21C0D675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68991D64-0E3F-4B59-96F8-E51C57673F9A}" type="pres">
      <dgm:prSet presAssocID="{557DA340-14F8-4676-860E-48B21C0D6756}" presName="spaceRect" presStyleCnt="0"/>
      <dgm:spPr/>
    </dgm:pt>
    <dgm:pt modelId="{17D2ED74-0E44-4C09-A3E2-C35974D80003}" type="pres">
      <dgm:prSet presAssocID="{557DA340-14F8-4676-860E-48B21C0D6756}" presName="textRect" presStyleLbl="revTx" presStyleIdx="0" presStyleCnt="4">
        <dgm:presLayoutVars>
          <dgm:chMax val="1"/>
          <dgm:chPref val="1"/>
        </dgm:presLayoutVars>
      </dgm:prSet>
      <dgm:spPr/>
    </dgm:pt>
    <dgm:pt modelId="{E6D3957F-CDDF-4D71-A607-5BCF2439137D}" type="pres">
      <dgm:prSet presAssocID="{24280950-81B2-4F31-8DC0-CBB32AC272F5}" presName="sibTrans" presStyleCnt="0"/>
      <dgm:spPr/>
    </dgm:pt>
    <dgm:pt modelId="{840B2C84-F839-4F21-BF83-CD9ACE9538A3}" type="pres">
      <dgm:prSet presAssocID="{A49D9889-6578-4125-9B03-D4503D6AE897}" presName="compNode" presStyleCnt="0"/>
      <dgm:spPr/>
    </dgm:pt>
    <dgm:pt modelId="{0EAEFFCB-42EC-40E1-855B-6B5ADE9FC53C}" type="pres">
      <dgm:prSet presAssocID="{A49D9889-6578-4125-9B03-D4503D6AE897}" presName="iconBgRect" presStyleLbl="bgShp" presStyleIdx="1" presStyleCnt="4"/>
      <dgm:spPr/>
    </dgm:pt>
    <dgm:pt modelId="{E2BF1D0E-A28B-48AC-A20F-9B5E88103863}" type="pres">
      <dgm:prSet presAssocID="{A49D9889-6578-4125-9B03-D4503D6AE89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84C9A0A-7E14-4302-895E-F1EE0ED4703B}" type="pres">
      <dgm:prSet presAssocID="{A49D9889-6578-4125-9B03-D4503D6AE897}" presName="spaceRect" presStyleCnt="0"/>
      <dgm:spPr/>
    </dgm:pt>
    <dgm:pt modelId="{7CFBA7C1-1827-44B3-A88E-1CE6052DC5C1}" type="pres">
      <dgm:prSet presAssocID="{A49D9889-6578-4125-9B03-D4503D6AE897}" presName="textRect" presStyleLbl="revTx" presStyleIdx="1" presStyleCnt="4">
        <dgm:presLayoutVars>
          <dgm:chMax val="1"/>
          <dgm:chPref val="1"/>
        </dgm:presLayoutVars>
      </dgm:prSet>
      <dgm:spPr/>
    </dgm:pt>
    <dgm:pt modelId="{294B0A4F-AAB2-4934-A01D-43D80746137B}" type="pres">
      <dgm:prSet presAssocID="{25A77A81-161C-4C72-A681-5B7722E8A8FC}" presName="sibTrans" presStyleCnt="0"/>
      <dgm:spPr/>
    </dgm:pt>
    <dgm:pt modelId="{18C248D1-666C-4B97-B4E0-20A65A8EFE69}" type="pres">
      <dgm:prSet presAssocID="{AA8F5AC6-DA55-4629-8E1D-960BEABA0454}" presName="compNode" presStyleCnt="0"/>
      <dgm:spPr/>
    </dgm:pt>
    <dgm:pt modelId="{ADC7F3DE-76B1-4FC5-913B-EB17976D5D69}" type="pres">
      <dgm:prSet presAssocID="{AA8F5AC6-DA55-4629-8E1D-960BEABA0454}" presName="iconBgRect" presStyleLbl="bgShp" presStyleIdx="2" presStyleCnt="4"/>
      <dgm:spPr/>
    </dgm:pt>
    <dgm:pt modelId="{835AA3FC-397D-4CA1-B029-D20B869A9B54}" type="pres">
      <dgm:prSet presAssocID="{AA8F5AC6-DA55-4629-8E1D-960BEABA045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E6EF278-0016-4249-8977-A0BBFE7ED3EE}" type="pres">
      <dgm:prSet presAssocID="{AA8F5AC6-DA55-4629-8E1D-960BEABA0454}" presName="spaceRect" presStyleCnt="0"/>
      <dgm:spPr/>
    </dgm:pt>
    <dgm:pt modelId="{ABBE709E-E77E-42AB-BA50-397094108815}" type="pres">
      <dgm:prSet presAssocID="{AA8F5AC6-DA55-4629-8E1D-960BEABA0454}" presName="textRect" presStyleLbl="revTx" presStyleIdx="2" presStyleCnt="4">
        <dgm:presLayoutVars>
          <dgm:chMax val="1"/>
          <dgm:chPref val="1"/>
        </dgm:presLayoutVars>
      </dgm:prSet>
      <dgm:spPr/>
    </dgm:pt>
    <dgm:pt modelId="{9886FB36-CA8D-4181-B5A0-241DED544420}" type="pres">
      <dgm:prSet presAssocID="{A301EE5C-E45A-4A9E-8B97-6675421EA40D}" presName="sibTrans" presStyleCnt="0"/>
      <dgm:spPr/>
    </dgm:pt>
    <dgm:pt modelId="{23AC4C42-0C3A-43E9-9327-8673267A0DD3}" type="pres">
      <dgm:prSet presAssocID="{E775F9D5-7D34-46C6-9C20-966FA03A04F6}" presName="compNode" presStyleCnt="0"/>
      <dgm:spPr/>
    </dgm:pt>
    <dgm:pt modelId="{F024D180-A86D-47E2-83C9-5F3C361C297A}" type="pres">
      <dgm:prSet presAssocID="{E775F9D5-7D34-46C6-9C20-966FA03A04F6}" presName="iconBgRect" presStyleLbl="bgShp" presStyleIdx="3" presStyleCnt="4"/>
      <dgm:spPr/>
    </dgm:pt>
    <dgm:pt modelId="{04109995-5A14-4E30-83F5-2085415657F0}" type="pres">
      <dgm:prSet presAssocID="{E775F9D5-7D34-46C6-9C20-966FA03A04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2EF0A91-A081-479C-A8D5-2530898678E6}" type="pres">
      <dgm:prSet presAssocID="{E775F9D5-7D34-46C6-9C20-966FA03A04F6}" presName="spaceRect" presStyleCnt="0"/>
      <dgm:spPr/>
    </dgm:pt>
    <dgm:pt modelId="{5516AE9D-6139-4D5A-86EF-AEA2B073B8A8}" type="pres">
      <dgm:prSet presAssocID="{E775F9D5-7D34-46C6-9C20-966FA03A04F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62AE2F-D329-4E5C-ABAC-D9324A11AC79}" srcId="{C68A707D-3D4B-41A4-B5F5-5D18529F92F7}" destId="{AA8F5AC6-DA55-4629-8E1D-960BEABA0454}" srcOrd="2" destOrd="0" parTransId="{E7515C87-4DA7-4655-8602-FBA038679FEF}" sibTransId="{A301EE5C-E45A-4A9E-8B97-6675421EA40D}"/>
    <dgm:cxn modelId="{5E5A9565-0351-44C0-8F94-A2694B7B25BF}" srcId="{C68A707D-3D4B-41A4-B5F5-5D18529F92F7}" destId="{E775F9D5-7D34-46C6-9C20-966FA03A04F6}" srcOrd="3" destOrd="0" parTransId="{CA616FB5-18E5-4CB7-9D55-52ED94FA69CD}" sibTransId="{E3EEF677-EF14-4A50-99F9-F88DEAF2B6C2}"/>
    <dgm:cxn modelId="{B1F13971-F68E-4039-9985-8C9412C6FADD}" type="presOf" srcId="{E775F9D5-7D34-46C6-9C20-966FA03A04F6}" destId="{5516AE9D-6139-4D5A-86EF-AEA2B073B8A8}" srcOrd="0" destOrd="0" presId="urn:microsoft.com/office/officeart/2018/5/layout/IconCircleLabelList"/>
    <dgm:cxn modelId="{0053F283-816A-4AD3-B6B4-B5BB8F5F00CE}" type="presOf" srcId="{AA8F5AC6-DA55-4629-8E1D-960BEABA0454}" destId="{ABBE709E-E77E-42AB-BA50-397094108815}" srcOrd="0" destOrd="0" presId="urn:microsoft.com/office/officeart/2018/5/layout/IconCircleLabelList"/>
    <dgm:cxn modelId="{F84EDD89-0D1B-4862-B80E-291184CC0444}" type="presOf" srcId="{557DA340-14F8-4676-860E-48B21C0D6756}" destId="{17D2ED74-0E44-4C09-A3E2-C35974D80003}" srcOrd="0" destOrd="0" presId="urn:microsoft.com/office/officeart/2018/5/layout/IconCircleLabelList"/>
    <dgm:cxn modelId="{43D4ADA0-40B3-4171-B73A-B180A28F31F3}" type="presOf" srcId="{C68A707D-3D4B-41A4-B5F5-5D18529F92F7}" destId="{F8EE96CF-EA0D-459F-B5F1-DCB7634B1281}" srcOrd="0" destOrd="0" presId="urn:microsoft.com/office/officeart/2018/5/layout/IconCircleLabelList"/>
    <dgm:cxn modelId="{D9C69EA7-F297-4131-A261-633C8702F7C7}" srcId="{C68A707D-3D4B-41A4-B5F5-5D18529F92F7}" destId="{557DA340-14F8-4676-860E-48B21C0D6756}" srcOrd="0" destOrd="0" parTransId="{D9288F8A-8E5D-4E61-AFA0-0CE36E32343A}" sibTransId="{24280950-81B2-4F31-8DC0-CBB32AC272F5}"/>
    <dgm:cxn modelId="{2B2429BD-2853-4524-A3B7-574BF87A7BB7}" type="presOf" srcId="{A49D9889-6578-4125-9B03-D4503D6AE897}" destId="{7CFBA7C1-1827-44B3-A88E-1CE6052DC5C1}" srcOrd="0" destOrd="0" presId="urn:microsoft.com/office/officeart/2018/5/layout/IconCircleLabelList"/>
    <dgm:cxn modelId="{52967CC3-4CE0-44D1-9B55-03F3B03C22D1}" srcId="{C68A707D-3D4B-41A4-B5F5-5D18529F92F7}" destId="{A49D9889-6578-4125-9B03-D4503D6AE897}" srcOrd="1" destOrd="0" parTransId="{80D34507-2FFC-4314-970E-D045E8DD3843}" sibTransId="{25A77A81-161C-4C72-A681-5B7722E8A8FC}"/>
    <dgm:cxn modelId="{4071EBBC-E034-49EF-A63C-1FC703CF6BD7}" type="presParOf" srcId="{F8EE96CF-EA0D-459F-B5F1-DCB7634B1281}" destId="{0F743DAD-F588-498E-8C18-5EFE07C9C14E}" srcOrd="0" destOrd="0" presId="urn:microsoft.com/office/officeart/2018/5/layout/IconCircleLabelList"/>
    <dgm:cxn modelId="{BA66CE0C-35EC-44AF-ABA0-A486E9C09A71}" type="presParOf" srcId="{0F743DAD-F588-498E-8C18-5EFE07C9C14E}" destId="{884A0A4A-7099-4FB9-90DB-2BDD80D62AC6}" srcOrd="0" destOrd="0" presId="urn:microsoft.com/office/officeart/2018/5/layout/IconCircleLabelList"/>
    <dgm:cxn modelId="{6C60F13E-CDBC-4EFD-8BE3-C7FE388C09B8}" type="presParOf" srcId="{0F743DAD-F588-498E-8C18-5EFE07C9C14E}" destId="{C4BA0DE2-2194-497E-BB02-8BCEA9C082CF}" srcOrd="1" destOrd="0" presId="urn:microsoft.com/office/officeart/2018/5/layout/IconCircleLabelList"/>
    <dgm:cxn modelId="{5C2E9FEF-B70F-4977-96A6-4DFB4A063634}" type="presParOf" srcId="{0F743DAD-F588-498E-8C18-5EFE07C9C14E}" destId="{68991D64-0E3F-4B59-96F8-E51C57673F9A}" srcOrd="2" destOrd="0" presId="urn:microsoft.com/office/officeart/2018/5/layout/IconCircleLabelList"/>
    <dgm:cxn modelId="{C1E8256A-22A4-43FF-83C0-E055BB181119}" type="presParOf" srcId="{0F743DAD-F588-498E-8C18-5EFE07C9C14E}" destId="{17D2ED74-0E44-4C09-A3E2-C35974D80003}" srcOrd="3" destOrd="0" presId="urn:microsoft.com/office/officeart/2018/5/layout/IconCircleLabelList"/>
    <dgm:cxn modelId="{4F286E3D-5C16-4743-A5E6-9EF6FABF992D}" type="presParOf" srcId="{F8EE96CF-EA0D-459F-B5F1-DCB7634B1281}" destId="{E6D3957F-CDDF-4D71-A607-5BCF2439137D}" srcOrd="1" destOrd="0" presId="urn:microsoft.com/office/officeart/2018/5/layout/IconCircleLabelList"/>
    <dgm:cxn modelId="{5D792C14-4C5D-4590-8B51-E20A7273031A}" type="presParOf" srcId="{F8EE96CF-EA0D-459F-B5F1-DCB7634B1281}" destId="{840B2C84-F839-4F21-BF83-CD9ACE9538A3}" srcOrd="2" destOrd="0" presId="urn:microsoft.com/office/officeart/2018/5/layout/IconCircleLabelList"/>
    <dgm:cxn modelId="{FBD53030-6CA2-4FB7-8E8B-F6FFC10B9D9B}" type="presParOf" srcId="{840B2C84-F839-4F21-BF83-CD9ACE9538A3}" destId="{0EAEFFCB-42EC-40E1-855B-6B5ADE9FC53C}" srcOrd="0" destOrd="0" presId="urn:microsoft.com/office/officeart/2018/5/layout/IconCircleLabelList"/>
    <dgm:cxn modelId="{4B48DA1E-92EC-4DDC-8763-E9A13E45E996}" type="presParOf" srcId="{840B2C84-F839-4F21-BF83-CD9ACE9538A3}" destId="{E2BF1D0E-A28B-48AC-A20F-9B5E88103863}" srcOrd="1" destOrd="0" presId="urn:microsoft.com/office/officeart/2018/5/layout/IconCircleLabelList"/>
    <dgm:cxn modelId="{92462108-B5F0-4D59-A3A2-EFE794539E48}" type="presParOf" srcId="{840B2C84-F839-4F21-BF83-CD9ACE9538A3}" destId="{984C9A0A-7E14-4302-895E-F1EE0ED4703B}" srcOrd="2" destOrd="0" presId="urn:microsoft.com/office/officeart/2018/5/layout/IconCircleLabelList"/>
    <dgm:cxn modelId="{608B7D08-6233-4D61-9A7E-51F0538BFB61}" type="presParOf" srcId="{840B2C84-F839-4F21-BF83-CD9ACE9538A3}" destId="{7CFBA7C1-1827-44B3-A88E-1CE6052DC5C1}" srcOrd="3" destOrd="0" presId="urn:microsoft.com/office/officeart/2018/5/layout/IconCircleLabelList"/>
    <dgm:cxn modelId="{BA55C6C4-C936-44B1-96DC-4795889347E3}" type="presParOf" srcId="{F8EE96CF-EA0D-459F-B5F1-DCB7634B1281}" destId="{294B0A4F-AAB2-4934-A01D-43D80746137B}" srcOrd="3" destOrd="0" presId="urn:microsoft.com/office/officeart/2018/5/layout/IconCircleLabelList"/>
    <dgm:cxn modelId="{02998F83-572C-4E09-A5A4-5860899A5EFC}" type="presParOf" srcId="{F8EE96CF-EA0D-459F-B5F1-DCB7634B1281}" destId="{18C248D1-666C-4B97-B4E0-20A65A8EFE69}" srcOrd="4" destOrd="0" presId="urn:microsoft.com/office/officeart/2018/5/layout/IconCircleLabelList"/>
    <dgm:cxn modelId="{36425D43-6E85-4C44-B2BB-07A9494B7429}" type="presParOf" srcId="{18C248D1-666C-4B97-B4E0-20A65A8EFE69}" destId="{ADC7F3DE-76B1-4FC5-913B-EB17976D5D69}" srcOrd="0" destOrd="0" presId="urn:microsoft.com/office/officeart/2018/5/layout/IconCircleLabelList"/>
    <dgm:cxn modelId="{440E8141-C53F-402E-8045-F32FC614C106}" type="presParOf" srcId="{18C248D1-666C-4B97-B4E0-20A65A8EFE69}" destId="{835AA3FC-397D-4CA1-B029-D20B869A9B54}" srcOrd="1" destOrd="0" presId="urn:microsoft.com/office/officeart/2018/5/layout/IconCircleLabelList"/>
    <dgm:cxn modelId="{D5F55D67-823F-40FC-951A-30EC75D8B81C}" type="presParOf" srcId="{18C248D1-666C-4B97-B4E0-20A65A8EFE69}" destId="{9E6EF278-0016-4249-8977-A0BBFE7ED3EE}" srcOrd="2" destOrd="0" presId="urn:microsoft.com/office/officeart/2018/5/layout/IconCircleLabelList"/>
    <dgm:cxn modelId="{4544D606-A1DF-465C-A20D-5E04EB521270}" type="presParOf" srcId="{18C248D1-666C-4B97-B4E0-20A65A8EFE69}" destId="{ABBE709E-E77E-42AB-BA50-397094108815}" srcOrd="3" destOrd="0" presId="urn:microsoft.com/office/officeart/2018/5/layout/IconCircleLabelList"/>
    <dgm:cxn modelId="{D31C5F4C-E31F-4CAE-A45E-5CE37E74DFFA}" type="presParOf" srcId="{F8EE96CF-EA0D-459F-B5F1-DCB7634B1281}" destId="{9886FB36-CA8D-4181-B5A0-241DED544420}" srcOrd="5" destOrd="0" presId="urn:microsoft.com/office/officeart/2018/5/layout/IconCircleLabelList"/>
    <dgm:cxn modelId="{07EB6257-6476-4C0F-A5A9-5772785191AF}" type="presParOf" srcId="{F8EE96CF-EA0D-459F-B5F1-DCB7634B1281}" destId="{23AC4C42-0C3A-43E9-9327-8673267A0DD3}" srcOrd="6" destOrd="0" presId="urn:microsoft.com/office/officeart/2018/5/layout/IconCircleLabelList"/>
    <dgm:cxn modelId="{AEEACD86-014A-4308-A72E-801A9919B767}" type="presParOf" srcId="{23AC4C42-0C3A-43E9-9327-8673267A0DD3}" destId="{F024D180-A86D-47E2-83C9-5F3C361C297A}" srcOrd="0" destOrd="0" presId="urn:microsoft.com/office/officeart/2018/5/layout/IconCircleLabelList"/>
    <dgm:cxn modelId="{72A609B9-F7E0-4FD5-A466-83C51BF966D6}" type="presParOf" srcId="{23AC4C42-0C3A-43E9-9327-8673267A0DD3}" destId="{04109995-5A14-4E30-83F5-2085415657F0}" srcOrd="1" destOrd="0" presId="urn:microsoft.com/office/officeart/2018/5/layout/IconCircleLabelList"/>
    <dgm:cxn modelId="{394CBBF9-860D-4C2B-8F84-90C9410CDEAD}" type="presParOf" srcId="{23AC4C42-0C3A-43E9-9327-8673267A0DD3}" destId="{32EF0A91-A081-479C-A8D5-2530898678E6}" srcOrd="2" destOrd="0" presId="urn:microsoft.com/office/officeart/2018/5/layout/IconCircleLabelList"/>
    <dgm:cxn modelId="{9E65D59D-DFB2-40B3-A6E3-6C52CDBE2C29}" type="presParOf" srcId="{23AC4C42-0C3A-43E9-9327-8673267A0DD3}" destId="{5516AE9D-6139-4D5A-86EF-AEA2B073B8A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E05EFF-5C0D-4AD9-884D-3E5152EBE1D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EA59AB6-F802-44BF-92D1-32F1D60B17A8}">
      <dgm:prSet/>
      <dgm:spPr/>
      <dgm:t>
        <a:bodyPr/>
        <a:lstStyle/>
        <a:p>
          <a:r>
            <a:rPr lang="en-US"/>
            <a:t>Planning – Backlog and Sprint Planning</a:t>
          </a:r>
        </a:p>
      </dgm:t>
    </dgm:pt>
    <dgm:pt modelId="{A5B02218-5225-45B5-86ED-CE3765CC567C}" type="parTrans" cxnId="{86F36F46-62C4-4923-AAB1-9EFBB0454BA5}">
      <dgm:prSet/>
      <dgm:spPr/>
      <dgm:t>
        <a:bodyPr/>
        <a:lstStyle/>
        <a:p>
          <a:endParaRPr lang="en-US"/>
        </a:p>
      </dgm:t>
    </dgm:pt>
    <dgm:pt modelId="{1C0BFB1F-4E98-4642-ABC0-3B27F23AAF19}" type="sibTrans" cxnId="{86F36F46-62C4-4923-AAB1-9EFBB0454BA5}">
      <dgm:prSet/>
      <dgm:spPr/>
      <dgm:t>
        <a:bodyPr/>
        <a:lstStyle/>
        <a:p>
          <a:endParaRPr lang="en-US"/>
        </a:p>
      </dgm:t>
    </dgm:pt>
    <dgm:pt modelId="{2E169C68-323E-46EC-843C-85C429DE6822}">
      <dgm:prSet/>
      <dgm:spPr/>
      <dgm:t>
        <a:bodyPr/>
        <a:lstStyle/>
        <a:p>
          <a:r>
            <a:rPr lang="en-US"/>
            <a:t>Development – Iterative sprints</a:t>
          </a:r>
        </a:p>
      </dgm:t>
    </dgm:pt>
    <dgm:pt modelId="{F3F95F39-1724-4C9E-815C-ECB42B959328}" type="parTrans" cxnId="{94D87A75-1299-46C9-9B45-116DBD55D9CB}">
      <dgm:prSet/>
      <dgm:spPr/>
      <dgm:t>
        <a:bodyPr/>
        <a:lstStyle/>
        <a:p>
          <a:endParaRPr lang="en-US"/>
        </a:p>
      </dgm:t>
    </dgm:pt>
    <dgm:pt modelId="{7841EEA2-9D67-407B-ABBA-CC2EACC08E49}" type="sibTrans" cxnId="{94D87A75-1299-46C9-9B45-116DBD55D9CB}">
      <dgm:prSet/>
      <dgm:spPr/>
      <dgm:t>
        <a:bodyPr/>
        <a:lstStyle/>
        <a:p>
          <a:endParaRPr lang="en-US"/>
        </a:p>
      </dgm:t>
    </dgm:pt>
    <dgm:pt modelId="{5D08B8D1-EA09-4BBE-9947-CA74D7FDEBAB}">
      <dgm:prSet/>
      <dgm:spPr/>
      <dgm:t>
        <a:bodyPr/>
        <a:lstStyle/>
        <a:p>
          <a:r>
            <a:rPr lang="en-US"/>
            <a:t>Testing – Continuous testing during development</a:t>
          </a:r>
        </a:p>
      </dgm:t>
    </dgm:pt>
    <dgm:pt modelId="{F88905E0-F173-4EE4-8CA9-3DCF9CBBBD39}" type="parTrans" cxnId="{831F413E-9593-4BEC-AEAA-119C04E571DA}">
      <dgm:prSet/>
      <dgm:spPr/>
      <dgm:t>
        <a:bodyPr/>
        <a:lstStyle/>
        <a:p>
          <a:endParaRPr lang="en-US"/>
        </a:p>
      </dgm:t>
    </dgm:pt>
    <dgm:pt modelId="{F4975CFC-45D4-4CDA-A262-7BBCD1ABFDD5}" type="sibTrans" cxnId="{831F413E-9593-4BEC-AEAA-119C04E571DA}">
      <dgm:prSet/>
      <dgm:spPr/>
      <dgm:t>
        <a:bodyPr/>
        <a:lstStyle/>
        <a:p>
          <a:endParaRPr lang="en-US"/>
        </a:p>
      </dgm:t>
    </dgm:pt>
    <dgm:pt modelId="{95B9F7CA-9751-48A3-8F2B-113D4EE155DA}">
      <dgm:prSet/>
      <dgm:spPr/>
      <dgm:t>
        <a:bodyPr/>
        <a:lstStyle/>
        <a:p>
          <a:r>
            <a:rPr lang="en-US"/>
            <a:t>Review – Sprint Review for feedback</a:t>
          </a:r>
        </a:p>
      </dgm:t>
    </dgm:pt>
    <dgm:pt modelId="{03EB5202-2829-43E0-B23C-32D7CC71B24D}" type="parTrans" cxnId="{9E698CAC-A2CF-45AB-A39A-BC0DF21F9EF4}">
      <dgm:prSet/>
      <dgm:spPr/>
      <dgm:t>
        <a:bodyPr/>
        <a:lstStyle/>
        <a:p>
          <a:endParaRPr lang="en-US"/>
        </a:p>
      </dgm:t>
    </dgm:pt>
    <dgm:pt modelId="{B49BFA71-583F-45B1-B914-A7686AA6F62D}" type="sibTrans" cxnId="{9E698CAC-A2CF-45AB-A39A-BC0DF21F9EF4}">
      <dgm:prSet/>
      <dgm:spPr/>
      <dgm:t>
        <a:bodyPr/>
        <a:lstStyle/>
        <a:p>
          <a:endParaRPr lang="en-US"/>
        </a:p>
      </dgm:t>
    </dgm:pt>
    <dgm:pt modelId="{81877473-B722-4AED-8B37-202CE2CDB92C}">
      <dgm:prSet/>
      <dgm:spPr/>
      <dgm:t>
        <a:bodyPr/>
        <a:lstStyle/>
        <a:p>
          <a:r>
            <a:rPr lang="en-US"/>
            <a:t>Improvement – Retrospective for process improvement</a:t>
          </a:r>
        </a:p>
      </dgm:t>
    </dgm:pt>
    <dgm:pt modelId="{2A3F492F-0D0F-49AE-84FC-F50A03F00A1B}" type="parTrans" cxnId="{B32F3CFB-0260-4090-B33B-4DEB2141073E}">
      <dgm:prSet/>
      <dgm:spPr/>
      <dgm:t>
        <a:bodyPr/>
        <a:lstStyle/>
        <a:p>
          <a:endParaRPr lang="en-US"/>
        </a:p>
      </dgm:t>
    </dgm:pt>
    <dgm:pt modelId="{913A5326-CEFE-48B1-9377-41E1DEA7E6FE}" type="sibTrans" cxnId="{B32F3CFB-0260-4090-B33B-4DEB2141073E}">
      <dgm:prSet/>
      <dgm:spPr/>
      <dgm:t>
        <a:bodyPr/>
        <a:lstStyle/>
        <a:p>
          <a:endParaRPr lang="en-US"/>
        </a:p>
      </dgm:t>
    </dgm:pt>
    <dgm:pt modelId="{C4F9C3CC-6C56-4F13-8355-1A69E8D20942}" type="pres">
      <dgm:prSet presAssocID="{68E05EFF-5C0D-4AD9-884D-3E5152EBE1D2}" presName="root" presStyleCnt="0">
        <dgm:presLayoutVars>
          <dgm:dir/>
          <dgm:resizeHandles val="exact"/>
        </dgm:presLayoutVars>
      </dgm:prSet>
      <dgm:spPr/>
    </dgm:pt>
    <dgm:pt modelId="{E537F33B-59D6-4786-BDBC-812AEC980CDC}" type="pres">
      <dgm:prSet presAssocID="{0EA59AB6-F802-44BF-92D1-32F1D60B17A8}" presName="compNode" presStyleCnt="0"/>
      <dgm:spPr/>
    </dgm:pt>
    <dgm:pt modelId="{B93DD258-7A97-4F2C-A994-66D077224614}" type="pres">
      <dgm:prSet presAssocID="{0EA59AB6-F802-44BF-92D1-32F1D60B17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D3E6A1E0-8FD5-491B-8414-31AD963E5046}" type="pres">
      <dgm:prSet presAssocID="{0EA59AB6-F802-44BF-92D1-32F1D60B17A8}" presName="spaceRect" presStyleCnt="0"/>
      <dgm:spPr/>
    </dgm:pt>
    <dgm:pt modelId="{CA2B7981-0A94-4AEB-B11C-779ABE170E44}" type="pres">
      <dgm:prSet presAssocID="{0EA59AB6-F802-44BF-92D1-32F1D60B17A8}" presName="textRect" presStyleLbl="revTx" presStyleIdx="0" presStyleCnt="5">
        <dgm:presLayoutVars>
          <dgm:chMax val="1"/>
          <dgm:chPref val="1"/>
        </dgm:presLayoutVars>
      </dgm:prSet>
      <dgm:spPr/>
    </dgm:pt>
    <dgm:pt modelId="{E2793DB5-9B5F-4AB1-8C14-7B8AE177EEC8}" type="pres">
      <dgm:prSet presAssocID="{1C0BFB1F-4E98-4642-ABC0-3B27F23AAF19}" presName="sibTrans" presStyleCnt="0"/>
      <dgm:spPr/>
    </dgm:pt>
    <dgm:pt modelId="{9A93C2BB-B8DD-4F79-A207-1ED74EDC9838}" type="pres">
      <dgm:prSet presAssocID="{2E169C68-323E-46EC-843C-85C429DE6822}" presName="compNode" presStyleCnt="0"/>
      <dgm:spPr/>
    </dgm:pt>
    <dgm:pt modelId="{5C6268FD-1E0F-4F05-821F-800B410A81A1}" type="pres">
      <dgm:prSet presAssocID="{2E169C68-323E-46EC-843C-85C429DE682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6D523ACD-A7FB-4222-A815-5E2CC81F9CA2}" type="pres">
      <dgm:prSet presAssocID="{2E169C68-323E-46EC-843C-85C429DE6822}" presName="spaceRect" presStyleCnt="0"/>
      <dgm:spPr/>
    </dgm:pt>
    <dgm:pt modelId="{0D30F8D9-29FD-4E73-9210-8FA85A9EA8D0}" type="pres">
      <dgm:prSet presAssocID="{2E169C68-323E-46EC-843C-85C429DE6822}" presName="textRect" presStyleLbl="revTx" presStyleIdx="1" presStyleCnt="5">
        <dgm:presLayoutVars>
          <dgm:chMax val="1"/>
          <dgm:chPref val="1"/>
        </dgm:presLayoutVars>
      </dgm:prSet>
      <dgm:spPr/>
    </dgm:pt>
    <dgm:pt modelId="{77212918-9D4E-44E8-B77D-A238C4883A79}" type="pres">
      <dgm:prSet presAssocID="{7841EEA2-9D67-407B-ABBA-CC2EACC08E49}" presName="sibTrans" presStyleCnt="0"/>
      <dgm:spPr/>
    </dgm:pt>
    <dgm:pt modelId="{29326161-F313-445F-8001-39DEA850E19D}" type="pres">
      <dgm:prSet presAssocID="{5D08B8D1-EA09-4BBE-9947-CA74D7FDEBAB}" presName="compNode" presStyleCnt="0"/>
      <dgm:spPr/>
    </dgm:pt>
    <dgm:pt modelId="{28C645EC-0D7A-47AF-92C7-B44B43CB5A51}" type="pres">
      <dgm:prSet presAssocID="{5D08B8D1-EA09-4BBE-9947-CA74D7FDEBA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54312C07-C37A-46BE-BCD2-CE52EE3DAD37}" type="pres">
      <dgm:prSet presAssocID="{5D08B8D1-EA09-4BBE-9947-CA74D7FDEBAB}" presName="spaceRect" presStyleCnt="0"/>
      <dgm:spPr/>
    </dgm:pt>
    <dgm:pt modelId="{02B6D572-C9C6-4009-89C9-C103189F2C4A}" type="pres">
      <dgm:prSet presAssocID="{5D08B8D1-EA09-4BBE-9947-CA74D7FDEBAB}" presName="textRect" presStyleLbl="revTx" presStyleIdx="2" presStyleCnt="5">
        <dgm:presLayoutVars>
          <dgm:chMax val="1"/>
          <dgm:chPref val="1"/>
        </dgm:presLayoutVars>
      </dgm:prSet>
      <dgm:spPr/>
    </dgm:pt>
    <dgm:pt modelId="{BAC8B5FF-9E83-4E2E-8103-05C98EF54578}" type="pres">
      <dgm:prSet presAssocID="{F4975CFC-45D4-4CDA-A262-7BBCD1ABFDD5}" presName="sibTrans" presStyleCnt="0"/>
      <dgm:spPr/>
    </dgm:pt>
    <dgm:pt modelId="{824D29C8-7EF4-4E28-A25F-90F8E325BEAC}" type="pres">
      <dgm:prSet presAssocID="{95B9F7CA-9751-48A3-8F2B-113D4EE155DA}" presName="compNode" presStyleCnt="0"/>
      <dgm:spPr/>
    </dgm:pt>
    <dgm:pt modelId="{05F04686-8DA0-4036-A60F-554AB2C8EEAF}" type="pres">
      <dgm:prSet presAssocID="{95B9F7CA-9751-48A3-8F2B-113D4EE155D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8E5947B-A02C-4954-895D-A1645B8B714E}" type="pres">
      <dgm:prSet presAssocID="{95B9F7CA-9751-48A3-8F2B-113D4EE155DA}" presName="spaceRect" presStyleCnt="0"/>
      <dgm:spPr/>
    </dgm:pt>
    <dgm:pt modelId="{FBE1D43A-1BC7-41C3-9130-D542FB8C68DD}" type="pres">
      <dgm:prSet presAssocID="{95B9F7CA-9751-48A3-8F2B-113D4EE155DA}" presName="textRect" presStyleLbl="revTx" presStyleIdx="3" presStyleCnt="5">
        <dgm:presLayoutVars>
          <dgm:chMax val="1"/>
          <dgm:chPref val="1"/>
        </dgm:presLayoutVars>
      </dgm:prSet>
      <dgm:spPr/>
    </dgm:pt>
    <dgm:pt modelId="{55E15BD0-A060-4AF1-A0D0-31F15D3ED086}" type="pres">
      <dgm:prSet presAssocID="{B49BFA71-583F-45B1-B914-A7686AA6F62D}" presName="sibTrans" presStyleCnt="0"/>
      <dgm:spPr/>
    </dgm:pt>
    <dgm:pt modelId="{3D0A8B30-7689-4C44-80E2-D5317F40217A}" type="pres">
      <dgm:prSet presAssocID="{81877473-B722-4AED-8B37-202CE2CDB92C}" presName="compNode" presStyleCnt="0"/>
      <dgm:spPr/>
    </dgm:pt>
    <dgm:pt modelId="{43AF0964-C6AA-4321-A60C-C52BD349508B}" type="pres">
      <dgm:prSet presAssocID="{81877473-B722-4AED-8B37-202CE2CDB92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A0FD187-D571-49E7-88CE-A54023864D5B}" type="pres">
      <dgm:prSet presAssocID="{81877473-B722-4AED-8B37-202CE2CDB92C}" presName="spaceRect" presStyleCnt="0"/>
      <dgm:spPr/>
    </dgm:pt>
    <dgm:pt modelId="{B8C1631B-B3D1-43E5-AB14-0B407846CFF5}" type="pres">
      <dgm:prSet presAssocID="{81877473-B722-4AED-8B37-202CE2CDB92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1260A1A-06A7-483A-BE00-7FE03885E7AA}" type="presOf" srcId="{2E169C68-323E-46EC-843C-85C429DE6822}" destId="{0D30F8D9-29FD-4E73-9210-8FA85A9EA8D0}" srcOrd="0" destOrd="0" presId="urn:microsoft.com/office/officeart/2018/2/layout/IconLabelList"/>
    <dgm:cxn modelId="{22FF712D-BFF2-415E-86E9-80567861D6F2}" type="presOf" srcId="{95B9F7CA-9751-48A3-8F2B-113D4EE155DA}" destId="{FBE1D43A-1BC7-41C3-9130-D542FB8C68DD}" srcOrd="0" destOrd="0" presId="urn:microsoft.com/office/officeart/2018/2/layout/IconLabelList"/>
    <dgm:cxn modelId="{831F413E-9593-4BEC-AEAA-119C04E571DA}" srcId="{68E05EFF-5C0D-4AD9-884D-3E5152EBE1D2}" destId="{5D08B8D1-EA09-4BBE-9947-CA74D7FDEBAB}" srcOrd="2" destOrd="0" parTransId="{F88905E0-F173-4EE4-8CA9-3DCF9CBBBD39}" sibTransId="{F4975CFC-45D4-4CDA-A262-7BBCD1ABFDD5}"/>
    <dgm:cxn modelId="{86F36F46-62C4-4923-AAB1-9EFBB0454BA5}" srcId="{68E05EFF-5C0D-4AD9-884D-3E5152EBE1D2}" destId="{0EA59AB6-F802-44BF-92D1-32F1D60B17A8}" srcOrd="0" destOrd="0" parTransId="{A5B02218-5225-45B5-86ED-CE3765CC567C}" sibTransId="{1C0BFB1F-4E98-4642-ABC0-3B27F23AAF19}"/>
    <dgm:cxn modelId="{02189D4D-B3F1-4C0B-9A7E-EF550608EE8D}" type="presOf" srcId="{81877473-B722-4AED-8B37-202CE2CDB92C}" destId="{B8C1631B-B3D1-43E5-AB14-0B407846CFF5}" srcOrd="0" destOrd="0" presId="urn:microsoft.com/office/officeart/2018/2/layout/IconLabelList"/>
    <dgm:cxn modelId="{C7F37C73-9ABC-413B-84A7-D38DBBA9C03C}" type="presOf" srcId="{5D08B8D1-EA09-4BBE-9947-CA74D7FDEBAB}" destId="{02B6D572-C9C6-4009-89C9-C103189F2C4A}" srcOrd="0" destOrd="0" presId="urn:microsoft.com/office/officeart/2018/2/layout/IconLabelList"/>
    <dgm:cxn modelId="{94D87A75-1299-46C9-9B45-116DBD55D9CB}" srcId="{68E05EFF-5C0D-4AD9-884D-3E5152EBE1D2}" destId="{2E169C68-323E-46EC-843C-85C429DE6822}" srcOrd="1" destOrd="0" parTransId="{F3F95F39-1724-4C9E-815C-ECB42B959328}" sibTransId="{7841EEA2-9D67-407B-ABBA-CC2EACC08E49}"/>
    <dgm:cxn modelId="{9E698CAC-A2CF-45AB-A39A-BC0DF21F9EF4}" srcId="{68E05EFF-5C0D-4AD9-884D-3E5152EBE1D2}" destId="{95B9F7CA-9751-48A3-8F2B-113D4EE155DA}" srcOrd="3" destOrd="0" parTransId="{03EB5202-2829-43E0-B23C-32D7CC71B24D}" sibTransId="{B49BFA71-583F-45B1-B914-A7686AA6F62D}"/>
    <dgm:cxn modelId="{2E1405F5-A6F3-4296-87D6-4F199D3B8279}" type="presOf" srcId="{68E05EFF-5C0D-4AD9-884D-3E5152EBE1D2}" destId="{C4F9C3CC-6C56-4F13-8355-1A69E8D20942}" srcOrd="0" destOrd="0" presId="urn:microsoft.com/office/officeart/2018/2/layout/IconLabelList"/>
    <dgm:cxn modelId="{B32F3CFB-0260-4090-B33B-4DEB2141073E}" srcId="{68E05EFF-5C0D-4AD9-884D-3E5152EBE1D2}" destId="{81877473-B722-4AED-8B37-202CE2CDB92C}" srcOrd="4" destOrd="0" parTransId="{2A3F492F-0D0F-49AE-84FC-F50A03F00A1B}" sibTransId="{913A5326-CEFE-48B1-9377-41E1DEA7E6FE}"/>
    <dgm:cxn modelId="{A39D92FD-F1E6-4D86-BDC6-F212B9B0058F}" type="presOf" srcId="{0EA59AB6-F802-44BF-92D1-32F1D60B17A8}" destId="{CA2B7981-0A94-4AEB-B11C-779ABE170E44}" srcOrd="0" destOrd="0" presId="urn:microsoft.com/office/officeart/2018/2/layout/IconLabelList"/>
    <dgm:cxn modelId="{A0A37EC3-D1EB-4FA9-BC9A-F899D0858012}" type="presParOf" srcId="{C4F9C3CC-6C56-4F13-8355-1A69E8D20942}" destId="{E537F33B-59D6-4786-BDBC-812AEC980CDC}" srcOrd="0" destOrd="0" presId="urn:microsoft.com/office/officeart/2018/2/layout/IconLabelList"/>
    <dgm:cxn modelId="{F65BA71B-B15B-4E6F-A9F1-182F263FC0B6}" type="presParOf" srcId="{E537F33B-59D6-4786-BDBC-812AEC980CDC}" destId="{B93DD258-7A97-4F2C-A994-66D077224614}" srcOrd="0" destOrd="0" presId="urn:microsoft.com/office/officeart/2018/2/layout/IconLabelList"/>
    <dgm:cxn modelId="{FFBF6E97-B3B3-4BE4-BC50-BF5B649D5021}" type="presParOf" srcId="{E537F33B-59D6-4786-BDBC-812AEC980CDC}" destId="{D3E6A1E0-8FD5-491B-8414-31AD963E5046}" srcOrd="1" destOrd="0" presId="urn:microsoft.com/office/officeart/2018/2/layout/IconLabelList"/>
    <dgm:cxn modelId="{7119A403-484E-4D53-B620-BF37994A4031}" type="presParOf" srcId="{E537F33B-59D6-4786-BDBC-812AEC980CDC}" destId="{CA2B7981-0A94-4AEB-B11C-779ABE170E44}" srcOrd="2" destOrd="0" presId="urn:microsoft.com/office/officeart/2018/2/layout/IconLabelList"/>
    <dgm:cxn modelId="{1B642122-6249-42EA-8026-C26FFEC3C11E}" type="presParOf" srcId="{C4F9C3CC-6C56-4F13-8355-1A69E8D20942}" destId="{E2793DB5-9B5F-4AB1-8C14-7B8AE177EEC8}" srcOrd="1" destOrd="0" presId="urn:microsoft.com/office/officeart/2018/2/layout/IconLabelList"/>
    <dgm:cxn modelId="{F4E45D5D-E736-431B-A550-8C2B6AB86E4E}" type="presParOf" srcId="{C4F9C3CC-6C56-4F13-8355-1A69E8D20942}" destId="{9A93C2BB-B8DD-4F79-A207-1ED74EDC9838}" srcOrd="2" destOrd="0" presId="urn:microsoft.com/office/officeart/2018/2/layout/IconLabelList"/>
    <dgm:cxn modelId="{56250BB2-A692-4A09-BE26-0AD2C9722212}" type="presParOf" srcId="{9A93C2BB-B8DD-4F79-A207-1ED74EDC9838}" destId="{5C6268FD-1E0F-4F05-821F-800B410A81A1}" srcOrd="0" destOrd="0" presId="urn:microsoft.com/office/officeart/2018/2/layout/IconLabelList"/>
    <dgm:cxn modelId="{6E06C940-A55A-4DB9-A116-3761495669CD}" type="presParOf" srcId="{9A93C2BB-B8DD-4F79-A207-1ED74EDC9838}" destId="{6D523ACD-A7FB-4222-A815-5E2CC81F9CA2}" srcOrd="1" destOrd="0" presId="urn:microsoft.com/office/officeart/2018/2/layout/IconLabelList"/>
    <dgm:cxn modelId="{BB38969E-201F-460C-968F-228E558CA81F}" type="presParOf" srcId="{9A93C2BB-B8DD-4F79-A207-1ED74EDC9838}" destId="{0D30F8D9-29FD-4E73-9210-8FA85A9EA8D0}" srcOrd="2" destOrd="0" presId="urn:microsoft.com/office/officeart/2018/2/layout/IconLabelList"/>
    <dgm:cxn modelId="{358D33CD-1EEF-4404-9D55-B0494F18ACBC}" type="presParOf" srcId="{C4F9C3CC-6C56-4F13-8355-1A69E8D20942}" destId="{77212918-9D4E-44E8-B77D-A238C4883A79}" srcOrd="3" destOrd="0" presId="urn:microsoft.com/office/officeart/2018/2/layout/IconLabelList"/>
    <dgm:cxn modelId="{4E5C4E16-0817-4A59-A51E-3114709229C0}" type="presParOf" srcId="{C4F9C3CC-6C56-4F13-8355-1A69E8D20942}" destId="{29326161-F313-445F-8001-39DEA850E19D}" srcOrd="4" destOrd="0" presId="urn:microsoft.com/office/officeart/2018/2/layout/IconLabelList"/>
    <dgm:cxn modelId="{B5AC3EFF-8648-4662-8AB5-9ADC7CC05422}" type="presParOf" srcId="{29326161-F313-445F-8001-39DEA850E19D}" destId="{28C645EC-0D7A-47AF-92C7-B44B43CB5A51}" srcOrd="0" destOrd="0" presId="urn:microsoft.com/office/officeart/2018/2/layout/IconLabelList"/>
    <dgm:cxn modelId="{22D45D4A-0AD8-46EF-B8AD-5051A37EDD92}" type="presParOf" srcId="{29326161-F313-445F-8001-39DEA850E19D}" destId="{54312C07-C37A-46BE-BCD2-CE52EE3DAD37}" srcOrd="1" destOrd="0" presId="urn:microsoft.com/office/officeart/2018/2/layout/IconLabelList"/>
    <dgm:cxn modelId="{BC828B0A-1EE1-4E7F-B477-238137920A81}" type="presParOf" srcId="{29326161-F313-445F-8001-39DEA850E19D}" destId="{02B6D572-C9C6-4009-89C9-C103189F2C4A}" srcOrd="2" destOrd="0" presId="urn:microsoft.com/office/officeart/2018/2/layout/IconLabelList"/>
    <dgm:cxn modelId="{00FE92A4-487B-411C-8AB2-3D9BF64EC21B}" type="presParOf" srcId="{C4F9C3CC-6C56-4F13-8355-1A69E8D20942}" destId="{BAC8B5FF-9E83-4E2E-8103-05C98EF54578}" srcOrd="5" destOrd="0" presId="urn:microsoft.com/office/officeart/2018/2/layout/IconLabelList"/>
    <dgm:cxn modelId="{9565ED67-B2A4-4EDC-90A2-2B1B54921107}" type="presParOf" srcId="{C4F9C3CC-6C56-4F13-8355-1A69E8D20942}" destId="{824D29C8-7EF4-4E28-A25F-90F8E325BEAC}" srcOrd="6" destOrd="0" presId="urn:microsoft.com/office/officeart/2018/2/layout/IconLabelList"/>
    <dgm:cxn modelId="{0BAA3A4E-C975-4694-A1F7-BDD1835397B3}" type="presParOf" srcId="{824D29C8-7EF4-4E28-A25F-90F8E325BEAC}" destId="{05F04686-8DA0-4036-A60F-554AB2C8EEAF}" srcOrd="0" destOrd="0" presId="urn:microsoft.com/office/officeart/2018/2/layout/IconLabelList"/>
    <dgm:cxn modelId="{8EAEA5B3-C070-4619-9CBB-AA1D4EF0AA92}" type="presParOf" srcId="{824D29C8-7EF4-4E28-A25F-90F8E325BEAC}" destId="{C8E5947B-A02C-4954-895D-A1645B8B714E}" srcOrd="1" destOrd="0" presId="urn:microsoft.com/office/officeart/2018/2/layout/IconLabelList"/>
    <dgm:cxn modelId="{95DD40C3-47EA-4400-8E6E-1FA6608DF60C}" type="presParOf" srcId="{824D29C8-7EF4-4E28-A25F-90F8E325BEAC}" destId="{FBE1D43A-1BC7-41C3-9130-D542FB8C68DD}" srcOrd="2" destOrd="0" presId="urn:microsoft.com/office/officeart/2018/2/layout/IconLabelList"/>
    <dgm:cxn modelId="{3AABFAE7-C630-4DDF-9D84-6E022EE6403C}" type="presParOf" srcId="{C4F9C3CC-6C56-4F13-8355-1A69E8D20942}" destId="{55E15BD0-A060-4AF1-A0D0-31F15D3ED086}" srcOrd="7" destOrd="0" presId="urn:microsoft.com/office/officeart/2018/2/layout/IconLabelList"/>
    <dgm:cxn modelId="{C5BB1C5C-6D52-469B-B354-D265A9292ADC}" type="presParOf" srcId="{C4F9C3CC-6C56-4F13-8355-1A69E8D20942}" destId="{3D0A8B30-7689-4C44-80E2-D5317F40217A}" srcOrd="8" destOrd="0" presId="urn:microsoft.com/office/officeart/2018/2/layout/IconLabelList"/>
    <dgm:cxn modelId="{BB09FE05-3B8C-4022-BDCB-B87FD9151513}" type="presParOf" srcId="{3D0A8B30-7689-4C44-80E2-D5317F40217A}" destId="{43AF0964-C6AA-4321-A60C-C52BD349508B}" srcOrd="0" destOrd="0" presId="urn:microsoft.com/office/officeart/2018/2/layout/IconLabelList"/>
    <dgm:cxn modelId="{72B82EE5-1F2D-4E72-95BA-201BDCB00322}" type="presParOf" srcId="{3D0A8B30-7689-4C44-80E2-D5317F40217A}" destId="{1A0FD187-D571-49E7-88CE-A54023864D5B}" srcOrd="1" destOrd="0" presId="urn:microsoft.com/office/officeart/2018/2/layout/IconLabelList"/>
    <dgm:cxn modelId="{0F239DDA-252A-4C55-A0E3-00D2F545D89E}" type="presParOf" srcId="{3D0A8B30-7689-4C44-80E2-D5317F40217A}" destId="{B8C1631B-B3D1-43E5-AB14-0B407846CFF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E5FD76-E093-43AF-9767-E588D6D1313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B9CE3F4-52D7-4115-AF4A-0E3CFC744FD3}">
      <dgm:prSet/>
      <dgm:spPr/>
      <dgm:t>
        <a:bodyPr/>
        <a:lstStyle/>
        <a:p>
          <a:r>
            <a:rPr lang="en-US"/>
            <a:t>Waterfall – Fixed plan, late testing, difficult to change</a:t>
          </a:r>
        </a:p>
      </dgm:t>
    </dgm:pt>
    <dgm:pt modelId="{043EDE86-22C8-4975-8721-68F2AF983F41}" type="parTrans" cxnId="{50182981-EEA9-425E-8A00-F61A33D01A99}">
      <dgm:prSet/>
      <dgm:spPr/>
      <dgm:t>
        <a:bodyPr/>
        <a:lstStyle/>
        <a:p>
          <a:endParaRPr lang="en-US"/>
        </a:p>
      </dgm:t>
    </dgm:pt>
    <dgm:pt modelId="{975ECA11-43AE-4B8D-9558-B0F4A731E4A6}" type="sibTrans" cxnId="{50182981-EEA9-425E-8A00-F61A33D01A99}">
      <dgm:prSet/>
      <dgm:spPr/>
      <dgm:t>
        <a:bodyPr/>
        <a:lstStyle/>
        <a:p>
          <a:endParaRPr lang="en-US"/>
        </a:p>
      </dgm:t>
    </dgm:pt>
    <dgm:pt modelId="{E37F775A-38EF-4D59-8187-4D692B2A3865}">
      <dgm:prSet/>
      <dgm:spPr/>
      <dgm:t>
        <a:bodyPr/>
        <a:lstStyle/>
        <a:p>
          <a:r>
            <a:rPr lang="en-US"/>
            <a:t>Agile – Flexible, continuous feedback, ongoing testing</a:t>
          </a:r>
        </a:p>
      </dgm:t>
    </dgm:pt>
    <dgm:pt modelId="{12B2E636-AFC1-4090-8F4C-A32B5F556EB6}" type="parTrans" cxnId="{DF251E91-B667-460A-A82C-76C0129C4C46}">
      <dgm:prSet/>
      <dgm:spPr/>
      <dgm:t>
        <a:bodyPr/>
        <a:lstStyle/>
        <a:p>
          <a:endParaRPr lang="en-US"/>
        </a:p>
      </dgm:t>
    </dgm:pt>
    <dgm:pt modelId="{B1BB7930-4638-4322-A9B1-4E0FCB0DB302}" type="sibTrans" cxnId="{DF251E91-B667-460A-A82C-76C0129C4C46}">
      <dgm:prSet/>
      <dgm:spPr/>
      <dgm:t>
        <a:bodyPr/>
        <a:lstStyle/>
        <a:p>
          <a:endParaRPr lang="en-US"/>
        </a:p>
      </dgm:t>
    </dgm:pt>
    <dgm:pt modelId="{B98BEBE1-AD55-4427-B18D-05684E2F740A}">
      <dgm:prSet/>
      <dgm:spPr/>
      <dgm:t>
        <a:bodyPr/>
        <a:lstStyle/>
        <a:p>
          <a:r>
            <a:rPr lang="en-US"/>
            <a:t>Agile allows faster adaptation to change</a:t>
          </a:r>
        </a:p>
      </dgm:t>
    </dgm:pt>
    <dgm:pt modelId="{F0C75621-38AD-4654-A710-C325CE8A722B}" type="parTrans" cxnId="{F64FF59E-28D3-4480-A325-F197CA3900E0}">
      <dgm:prSet/>
      <dgm:spPr/>
      <dgm:t>
        <a:bodyPr/>
        <a:lstStyle/>
        <a:p>
          <a:endParaRPr lang="en-US"/>
        </a:p>
      </dgm:t>
    </dgm:pt>
    <dgm:pt modelId="{D34B2052-62F3-4BAB-9F2B-1D028DA2FB1F}" type="sibTrans" cxnId="{F64FF59E-28D3-4480-A325-F197CA3900E0}">
      <dgm:prSet/>
      <dgm:spPr/>
      <dgm:t>
        <a:bodyPr/>
        <a:lstStyle/>
        <a:p>
          <a:endParaRPr lang="en-US"/>
        </a:p>
      </dgm:t>
    </dgm:pt>
    <dgm:pt modelId="{712310E5-E3CB-4895-B9E4-8C0534EEF1DD}">
      <dgm:prSet/>
      <dgm:spPr/>
      <dgm:t>
        <a:bodyPr/>
        <a:lstStyle/>
        <a:p>
          <a:r>
            <a:rPr lang="en-US"/>
            <a:t>Agile improves collaboration and visibility</a:t>
          </a:r>
        </a:p>
      </dgm:t>
    </dgm:pt>
    <dgm:pt modelId="{758DEF6D-6F89-4AC6-8505-574420E0976F}" type="parTrans" cxnId="{1B8136D2-63EE-4237-B973-81E125CAA129}">
      <dgm:prSet/>
      <dgm:spPr/>
      <dgm:t>
        <a:bodyPr/>
        <a:lstStyle/>
        <a:p>
          <a:endParaRPr lang="en-US"/>
        </a:p>
      </dgm:t>
    </dgm:pt>
    <dgm:pt modelId="{2DF44E11-B3FE-434F-A71C-AA67B33874CB}" type="sibTrans" cxnId="{1B8136D2-63EE-4237-B973-81E125CAA129}">
      <dgm:prSet/>
      <dgm:spPr/>
      <dgm:t>
        <a:bodyPr/>
        <a:lstStyle/>
        <a:p>
          <a:endParaRPr lang="en-US"/>
        </a:p>
      </dgm:t>
    </dgm:pt>
    <dgm:pt modelId="{EF4BE03B-22F3-42A8-A0D2-D9EF4098F5C8}" type="pres">
      <dgm:prSet presAssocID="{9CE5FD76-E093-43AF-9767-E588D6D13135}" presName="root" presStyleCnt="0">
        <dgm:presLayoutVars>
          <dgm:dir/>
          <dgm:resizeHandles val="exact"/>
        </dgm:presLayoutVars>
      </dgm:prSet>
      <dgm:spPr/>
    </dgm:pt>
    <dgm:pt modelId="{12149F8E-DCEB-4997-9A7C-3DC9CC2EB4DB}" type="pres">
      <dgm:prSet presAssocID="{2B9CE3F4-52D7-4115-AF4A-0E3CFC744FD3}" presName="compNode" presStyleCnt="0"/>
      <dgm:spPr/>
    </dgm:pt>
    <dgm:pt modelId="{549B0F90-9FD4-4BD2-A266-4CC90EF45B55}" type="pres">
      <dgm:prSet presAssocID="{2B9CE3F4-52D7-4115-AF4A-0E3CFC744F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662D0BD5-2F32-47D0-8861-7C259403FFE6}" type="pres">
      <dgm:prSet presAssocID="{2B9CE3F4-52D7-4115-AF4A-0E3CFC744FD3}" presName="spaceRect" presStyleCnt="0"/>
      <dgm:spPr/>
    </dgm:pt>
    <dgm:pt modelId="{37899E0B-9906-4C5A-82A8-A854A72004A1}" type="pres">
      <dgm:prSet presAssocID="{2B9CE3F4-52D7-4115-AF4A-0E3CFC744FD3}" presName="textRect" presStyleLbl="revTx" presStyleIdx="0" presStyleCnt="4">
        <dgm:presLayoutVars>
          <dgm:chMax val="1"/>
          <dgm:chPref val="1"/>
        </dgm:presLayoutVars>
      </dgm:prSet>
      <dgm:spPr/>
    </dgm:pt>
    <dgm:pt modelId="{4FB4723C-6A04-4CFC-BCD2-696BD5E1FF06}" type="pres">
      <dgm:prSet presAssocID="{975ECA11-43AE-4B8D-9558-B0F4A731E4A6}" presName="sibTrans" presStyleCnt="0"/>
      <dgm:spPr/>
    </dgm:pt>
    <dgm:pt modelId="{03B85161-BD4C-422F-AD2B-310269E071A2}" type="pres">
      <dgm:prSet presAssocID="{E37F775A-38EF-4D59-8187-4D692B2A3865}" presName="compNode" presStyleCnt="0"/>
      <dgm:spPr/>
    </dgm:pt>
    <dgm:pt modelId="{9F51757C-59BA-4EA6-B2C9-ED6425FB390D}" type="pres">
      <dgm:prSet presAssocID="{E37F775A-38EF-4D59-8187-4D692B2A38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C407197-F3CB-4F62-A837-BA895FF216C5}" type="pres">
      <dgm:prSet presAssocID="{E37F775A-38EF-4D59-8187-4D692B2A3865}" presName="spaceRect" presStyleCnt="0"/>
      <dgm:spPr/>
    </dgm:pt>
    <dgm:pt modelId="{CD7C9537-8395-4754-B335-473ADE9380C7}" type="pres">
      <dgm:prSet presAssocID="{E37F775A-38EF-4D59-8187-4D692B2A3865}" presName="textRect" presStyleLbl="revTx" presStyleIdx="1" presStyleCnt="4">
        <dgm:presLayoutVars>
          <dgm:chMax val="1"/>
          <dgm:chPref val="1"/>
        </dgm:presLayoutVars>
      </dgm:prSet>
      <dgm:spPr/>
    </dgm:pt>
    <dgm:pt modelId="{9676E751-0B39-4BC4-915E-D615B9B68BFB}" type="pres">
      <dgm:prSet presAssocID="{B1BB7930-4638-4322-A9B1-4E0FCB0DB302}" presName="sibTrans" presStyleCnt="0"/>
      <dgm:spPr/>
    </dgm:pt>
    <dgm:pt modelId="{64BF566C-4A20-4996-93D6-71900C64B379}" type="pres">
      <dgm:prSet presAssocID="{B98BEBE1-AD55-4427-B18D-05684E2F740A}" presName="compNode" presStyleCnt="0"/>
      <dgm:spPr/>
    </dgm:pt>
    <dgm:pt modelId="{410799C2-CDF6-44A8-94AB-0F7EE47A31C6}" type="pres">
      <dgm:prSet presAssocID="{B98BEBE1-AD55-4427-B18D-05684E2F74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7D5D79B5-70DB-49B7-8FC9-65AB205C6029}" type="pres">
      <dgm:prSet presAssocID="{B98BEBE1-AD55-4427-B18D-05684E2F740A}" presName="spaceRect" presStyleCnt="0"/>
      <dgm:spPr/>
    </dgm:pt>
    <dgm:pt modelId="{88E449ED-37F4-4D6E-8A68-1CB922CB5EB2}" type="pres">
      <dgm:prSet presAssocID="{B98BEBE1-AD55-4427-B18D-05684E2F740A}" presName="textRect" presStyleLbl="revTx" presStyleIdx="2" presStyleCnt="4">
        <dgm:presLayoutVars>
          <dgm:chMax val="1"/>
          <dgm:chPref val="1"/>
        </dgm:presLayoutVars>
      </dgm:prSet>
      <dgm:spPr/>
    </dgm:pt>
    <dgm:pt modelId="{BA9A86BA-D0EB-49B9-B0E1-0475135B47FB}" type="pres">
      <dgm:prSet presAssocID="{D34B2052-62F3-4BAB-9F2B-1D028DA2FB1F}" presName="sibTrans" presStyleCnt="0"/>
      <dgm:spPr/>
    </dgm:pt>
    <dgm:pt modelId="{6A54D29B-558D-4865-87FD-4F323AC14C4D}" type="pres">
      <dgm:prSet presAssocID="{712310E5-E3CB-4895-B9E4-8C0534EEF1DD}" presName="compNode" presStyleCnt="0"/>
      <dgm:spPr/>
    </dgm:pt>
    <dgm:pt modelId="{9505C1CA-E280-42F0-94AB-37858E2DF87C}" type="pres">
      <dgm:prSet presAssocID="{712310E5-E3CB-4895-B9E4-8C0534EEF1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9B3B1D6C-C561-49B8-93A8-8435D25D0CD5}" type="pres">
      <dgm:prSet presAssocID="{712310E5-E3CB-4895-B9E4-8C0534EEF1DD}" presName="spaceRect" presStyleCnt="0"/>
      <dgm:spPr/>
    </dgm:pt>
    <dgm:pt modelId="{7294346A-0982-4834-893C-9C401033457A}" type="pres">
      <dgm:prSet presAssocID="{712310E5-E3CB-4895-B9E4-8C0534EEF1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AFB1246-E9F2-456F-AF55-EAF6064681E8}" type="presOf" srcId="{712310E5-E3CB-4895-B9E4-8C0534EEF1DD}" destId="{7294346A-0982-4834-893C-9C401033457A}" srcOrd="0" destOrd="0" presId="urn:microsoft.com/office/officeart/2018/2/layout/IconLabelList"/>
    <dgm:cxn modelId="{50182981-EEA9-425E-8A00-F61A33D01A99}" srcId="{9CE5FD76-E093-43AF-9767-E588D6D13135}" destId="{2B9CE3F4-52D7-4115-AF4A-0E3CFC744FD3}" srcOrd="0" destOrd="0" parTransId="{043EDE86-22C8-4975-8721-68F2AF983F41}" sibTransId="{975ECA11-43AE-4B8D-9558-B0F4A731E4A6}"/>
    <dgm:cxn modelId="{DF251E91-B667-460A-A82C-76C0129C4C46}" srcId="{9CE5FD76-E093-43AF-9767-E588D6D13135}" destId="{E37F775A-38EF-4D59-8187-4D692B2A3865}" srcOrd="1" destOrd="0" parTransId="{12B2E636-AFC1-4090-8F4C-A32B5F556EB6}" sibTransId="{B1BB7930-4638-4322-A9B1-4E0FCB0DB302}"/>
    <dgm:cxn modelId="{2CC32B98-9C59-490A-8047-04FF1B39069F}" type="presOf" srcId="{2B9CE3F4-52D7-4115-AF4A-0E3CFC744FD3}" destId="{37899E0B-9906-4C5A-82A8-A854A72004A1}" srcOrd="0" destOrd="0" presId="urn:microsoft.com/office/officeart/2018/2/layout/IconLabelList"/>
    <dgm:cxn modelId="{F64FF59E-28D3-4480-A325-F197CA3900E0}" srcId="{9CE5FD76-E093-43AF-9767-E588D6D13135}" destId="{B98BEBE1-AD55-4427-B18D-05684E2F740A}" srcOrd="2" destOrd="0" parTransId="{F0C75621-38AD-4654-A710-C325CE8A722B}" sibTransId="{D34B2052-62F3-4BAB-9F2B-1D028DA2FB1F}"/>
    <dgm:cxn modelId="{876F9BBA-3E6B-4EAE-A62C-2DAB15E96F57}" type="presOf" srcId="{B98BEBE1-AD55-4427-B18D-05684E2F740A}" destId="{88E449ED-37F4-4D6E-8A68-1CB922CB5EB2}" srcOrd="0" destOrd="0" presId="urn:microsoft.com/office/officeart/2018/2/layout/IconLabelList"/>
    <dgm:cxn modelId="{431CD8C2-37DF-42B7-B25D-AAA9A7BD47AC}" type="presOf" srcId="{E37F775A-38EF-4D59-8187-4D692B2A3865}" destId="{CD7C9537-8395-4754-B335-473ADE9380C7}" srcOrd="0" destOrd="0" presId="urn:microsoft.com/office/officeart/2018/2/layout/IconLabelList"/>
    <dgm:cxn modelId="{CE9F10C4-2E57-47E8-8062-654494B36797}" type="presOf" srcId="{9CE5FD76-E093-43AF-9767-E588D6D13135}" destId="{EF4BE03B-22F3-42A8-A0D2-D9EF4098F5C8}" srcOrd="0" destOrd="0" presId="urn:microsoft.com/office/officeart/2018/2/layout/IconLabelList"/>
    <dgm:cxn modelId="{1B8136D2-63EE-4237-B973-81E125CAA129}" srcId="{9CE5FD76-E093-43AF-9767-E588D6D13135}" destId="{712310E5-E3CB-4895-B9E4-8C0534EEF1DD}" srcOrd="3" destOrd="0" parTransId="{758DEF6D-6F89-4AC6-8505-574420E0976F}" sibTransId="{2DF44E11-B3FE-434F-A71C-AA67B33874CB}"/>
    <dgm:cxn modelId="{C1ACA0B2-7184-4856-80BD-86214F59AB69}" type="presParOf" srcId="{EF4BE03B-22F3-42A8-A0D2-D9EF4098F5C8}" destId="{12149F8E-DCEB-4997-9A7C-3DC9CC2EB4DB}" srcOrd="0" destOrd="0" presId="urn:microsoft.com/office/officeart/2018/2/layout/IconLabelList"/>
    <dgm:cxn modelId="{3152E76C-54F9-47ED-83DC-4D456C176FB5}" type="presParOf" srcId="{12149F8E-DCEB-4997-9A7C-3DC9CC2EB4DB}" destId="{549B0F90-9FD4-4BD2-A266-4CC90EF45B55}" srcOrd="0" destOrd="0" presId="urn:microsoft.com/office/officeart/2018/2/layout/IconLabelList"/>
    <dgm:cxn modelId="{94A050AB-BDBE-4F0D-951E-E33FA24B6373}" type="presParOf" srcId="{12149F8E-DCEB-4997-9A7C-3DC9CC2EB4DB}" destId="{662D0BD5-2F32-47D0-8861-7C259403FFE6}" srcOrd="1" destOrd="0" presId="urn:microsoft.com/office/officeart/2018/2/layout/IconLabelList"/>
    <dgm:cxn modelId="{03459466-2C3C-4BD0-97D2-BE28E6D6D254}" type="presParOf" srcId="{12149F8E-DCEB-4997-9A7C-3DC9CC2EB4DB}" destId="{37899E0B-9906-4C5A-82A8-A854A72004A1}" srcOrd="2" destOrd="0" presId="urn:microsoft.com/office/officeart/2018/2/layout/IconLabelList"/>
    <dgm:cxn modelId="{415142CA-508D-4D61-9F74-9DDF80975E22}" type="presParOf" srcId="{EF4BE03B-22F3-42A8-A0D2-D9EF4098F5C8}" destId="{4FB4723C-6A04-4CFC-BCD2-696BD5E1FF06}" srcOrd="1" destOrd="0" presId="urn:microsoft.com/office/officeart/2018/2/layout/IconLabelList"/>
    <dgm:cxn modelId="{F3E6CBF0-E2C1-4A36-B1E7-F882D8E25957}" type="presParOf" srcId="{EF4BE03B-22F3-42A8-A0D2-D9EF4098F5C8}" destId="{03B85161-BD4C-422F-AD2B-310269E071A2}" srcOrd="2" destOrd="0" presId="urn:microsoft.com/office/officeart/2018/2/layout/IconLabelList"/>
    <dgm:cxn modelId="{CEA5961C-6D71-4B48-A076-09388C381277}" type="presParOf" srcId="{03B85161-BD4C-422F-AD2B-310269E071A2}" destId="{9F51757C-59BA-4EA6-B2C9-ED6425FB390D}" srcOrd="0" destOrd="0" presId="urn:microsoft.com/office/officeart/2018/2/layout/IconLabelList"/>
    <dgm:cxn modelId="{318930D9-F6D6-4A6D-9446-1F698BDAA5E4}" type="presParOf" srcId="{03B85161-BD4C-422F-AD2B-310269E071A2}" destId="{2C407197-F3CB-4F62-A837-BA895FF216C5}" srcOrd="1" destOrd="0" presId="urn:microsoft.com/office/officeart/2018/2/layout/IconLabelList"/>
    <dgm:cxn modelId="{70B50476-D9D2-470B-A1FA-090233E9F859}" type="presParOf" srcId="{03B85161-BD4C-422F-AD2B-310269E071A2}" destId="{CD7C9537-8395-4754-B335-473ADE9380C7}" srcOrd="2" destOrd="0" presId="urn:microsoft.com/office/officeart/2018/2/layout/IconLabelList"/>
    <dgm:cxn modelId="{33F4B6C3-9C01-4972-8CEA-3EBD64C29D73}" type="presParOf" srcId="{EF4BE03B-22F3-42A8-A0D2-D9EF4098F5C8}" destId="{9676E751-0B39-4BC4-915E-D615B9B68BFB}" srcOrd="3" destOrd="0" presId="urn:microsoft.com/office/officeart/2018/2/layout/IconLabelList"/>
    <dgm:cxn modelId="{EDCC5516-DD6F-4CB6-AE50-0DD70888A968}" type="presParOf" srcId="{EF4BE03B-22F3-42A8-A0D2-D9EF4098F5C8}" destId="{64BF566C-4A20-4996-93D6-71900C64B379}" srcOrd="4" destOrd="0" presId="urn:microsoft.com/office/officeart/2018/2/layout/IconLabelList"/>
    <dgm:cxn modelId="{48D185DA-BE74-4700-8D99-CE914FE71378}" type="presParOf" srcId="{64BF566C-4A20-4996-93D6-71900C64B379}" destId="{410799C2-CDF6-44A8-94AB-0F7EE47A31C6}" srcOrd="0" destOrd="0" presId="urn:microsoft.com/office/officeart/2018/2/layout/IconLabelList"/>
    <dgm:cxn modelId="{97E36BF8-02FB-4006-B42B-D5C134440818}" type="presParOf" srcId="{64BF566C-4A20-4996-93D6-71900C64B379}" destId="{7D5D79B5-70DB-49B7-8FC9-65AB205C6029}" srcOrd="1" destOrd="0" presId="urn:microsoft.com/office/officeart/2018/2/layout/IconLabelList"/>
    <dgm:cxn modelId="{5AA615C9-16E6-4FBF-BD5D-C9A9160CCE57}" type="presParOf" srcId="{64BF566C-4A20-4996-93D6-71900C64B379}" destId="{88E449ED-37F4-4D6E-8A68-1CB922CB5EB2}" srcOrd="2" destOrd="0" presId="urn:microsoft.com/office/officeart/2018/2/layout/IconLabelList"/>
    <dgm:cxn modelId="{6B5A5214-C7C7-40F9-A0DD-B9A24A2F4F5E}" type="presParOf" srcId="{EF4BE03B-22F3-42A8-A0D2-D9EF4098F5C8}" destId="{BA9A86BA-D0EB-49B9-B0E1-0475135B47FB}" srcOrd="5" destOrd="0" presId="urn:microsoft.com/office/officeart/2018/2/layout/IconLabelList"/>
    <dgm:cxn modelId="{7E41C97F-2678-4374-9E37-856B421B9179}" type="presParOf" srcId="{EF4BE03B-22F3-42A8-A0D2-D9EF4098F5C8}" destId="{6A54D29B-558D-4865-87FD-4F323AC14C4D}" srcOrd="6" destOrd="0" presId="urn:microsoft.com/office/officeart/2018/2/layout/IconLabelList"/>
    <dgm:cxn modelId="{D6BCB5DE-543E-42A0-8801-0851439E76E5}" type="presParOf" srcId="{6A54D29B-558D-4865-87FD-4F323AC14C4D}" destId="{9505C1CA-E280-42F0-94AB-37858E2DF87C}" srcOrd="0" destOrd="0" presId="urn:microsoft.com/office/officeart/2018/2/layout/IconLabelList"/>
    <dgm:cxn modelId="{8D1B2365-C1B4-475D-9B75-B33600FDD550}" type="presParOf" srcId="{6A54D29B-558D-4865-87FD-4F323AC14C4D}" destId="{9B3B1D6C-C561-49B8-93A8-8435D25D0CD5}" srcOrd="1" destOrd="0" presId="urn:microsoft.com/office/officeart/2018/2/layout/IconLabelList"/>
    <dgm:cxn modelId="{B82DF486-4B00-4711-B8E1-B932AFA81E24}" type="presParOf" srcId="{6A54D29B-558D-4865-87FD-4F323AC14C4D}" destId="{7294346A-0982-4834-893C-9C401033457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A1EED8-8A3F-42E6-9BA4-E08CBDEF91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BFC3EA8-F4EC-4C10-B54A-988EAEF9DB78}">
      <dgm:prSet/>
      <dgm:spPr/>
      <dgm:t>
        <a:bodyPr/>
        <a:lstStyle/>
        <a:p>
          <a:r>
            <a:rPr lang="en-US"/>
            <a:t>Used user stories to define requirements</a:t>
          </a:r>
        </a:p>
      </dgm:t>
    </dgm:pt>
    <dgm:pt modelId="{8C9B6240-FBFC-4821-B701-0AE069808A64}" type="parTrans" cxnId="{4A5C60D4-5E4A-4A37-8703-562AE33B09F3}">
      <dgm:prSet/>
      <dgm:spPr/>
      <dgm:t>
        <a:bodyPr/>
        <a:lstStyle/>
        <a:p>
          <a:endParaRPr lang="en-US"/>
        </a:p>
      </dgm:t>
    </dgm:pt>
    <dgm:pt modelId="{373B7873-1606-481A-97BC-83A03D0290FB}" type="sibTrans" cxnId="{4A5C60D4-5E4A-4A37-8703-562AE33B09F3}">
      <dgm:prSet/>
      <dgm:spPr/>
      <dgm:t>
        <a:bodyPr/>
        <a:lstStyle/>
        <a:p>
          <a:endParaRPr lang="en-US"/>
        </a:p>
      </dgm:t>
    </dgm:pt>
    <dgm:pt modelId="{025CB3A8-0A57-45AF-82D9-8B406CE924D9}">
      <dgm:prSet/>
      <dgm:spPr/>
      <dgm:t>
        <a:bodyPr/>
        <a:lstStyle/>
        <a:p>
          <a:r>
            <a:rPr lang="en-US"/>
            <a:t>Adapted to changes (wellness travel focus)</a:t>
          </a:r>
        </a:p>
      </dgm:t>
    </dgm:pt>
    <dgm:pt modelId="{66FEC353-A1C9-462D-8321-31CCAC4BB86E}" type="parTrans" cxnId="{14AAFC5A-AE5B-4A0A-99B4-4489EF4153AE}">
      <dgm:prSet/>
      <dgm:spPr/>
      <dgm:t>
        <a:bodyPr/>
        <a:lstStyle/>
        <a:p>
          <a:endParaRPr lang="en-US"/>
        </a:p>
      </dgm:t>
    </dgm:pt>
    <dgm:pt modelId="{BD0D69A9-4153-48F2-800B-64491B7C2BB3}" type="sibTrans" cxnId="{14AAFC5A-AE5B-4A0A-99B4-4489EF4153AE}">
      <dgm:prSet/>
      <dgm:spPr/>
      <dgm:t>
        <a:bodyPr/>
        <a:lstStyle/>
        <a:p>
          <a:endParaRPr lang="en-US"/>
        </a:p>
      </dgm:t>
    </dgm:pt>
    <dgm:pt modelId="{017CC8E7-2698-4DC9-BE08-828FF4C84EBB}">
      <dgm:prSet/>
      <dgm:spPr/>
      <dgm:t>
        <a:bodyPr/>
        <a:lstStyle/>
        <a:p>
          <a:r>
            <a:rPr lang="en-US"/>
            <a:t>Continuous communication between roles</a:t>
          </a:r>
        </a:p>
      </dgm:t>
    </dgm:pt>
    <dgm:pt modelId="{56FC14ED-3524-43A2-B6DC-A413B588A38E}" type="parTrans" cxnId="{A86429C6-E782-4AD4-A60A-D122796BA70B}">
      <dgm:prSet/>
      <dgm:spPr/>
      <dgm:t>
        <a:bodyPr/>
        <a:lstStyle/>
        <a:p>
          <a:endParaRPr lang="en-US"/>
        </a:p>
      </dgm:t>
    </dgm:pt>
    <dgm:pt modelId="{CFA0F5B0-40FE-455C-AA6C-CC661DE40A4C}" type="sibTrans" cxnId="{A86429C6-E782-4AD4-A60A-D122796BA70B}">
      <dgm:prSet/>
      <dgm:spPr/>
      <dgm:t>
        <a:bodyPr/>
        <a:lstStyle/>
        <a:p>
          <a:endParaRPr lang="en-US"/>
        </a:p>
      </dgm:t>
    </dgm:pt>
    <dgm:pt modelId="{B0307F53-5953-49E8-90B9-B7E937639D7A}">
      <dgm:prSet/>
      <dgm:spPr/>
      <dgm:t>
        <a:bodyPr/>
        <a:lstStyle/>
        <a:p>
          <a:r>
            <a:rPr lang="en-US"/>
            <a:t>Delivered value in smaller increments</a:t>
          </a:r>
        </a:p>
      </dgm:t>
    </dgm:pt>
    <dgm:pt modelId="{FCB76C0B-D4F6-4F0B-A0FB-7804B1CC8BAF}" type="parTrans" cxnId="{DFA88520-F72A-4CE1-B4F9-E0D702D5D30E}">
      <dgm:prSet/>
      <dgm:spPr/>
      <dgm:t>
        <a:bodyPr/>
        <a:lstStyle/>
        <a:p>
          <a:endParaRPr lang="en-US"/>
        </a:p>
      </dgm:t>
    </dgm:pt>
    <dgm:pt modelId="{B38CAD00-D440-4B29-BBF3-5C29DA522370}" type="sibTrans" cxnId="{DFA88520-F72A-4CE1-B4F9-E0D702D5D30E}">
      <dgm:prSet/>
      <dgm:spPr/>
      <dgm:t>
        <a:bodyPr/>
        <a:lstStyle/>
        <a:p>
          <a:endParaRPr lang="en-US"/>
        </a:p>
      </dgm:t>
    </dgm:pt>
    <dgm:pt modelId="{2F35B627-CC3C-47F0-BC41-49A4E994B777}" type="pres">
      <dgm:prSet presAssocID="{80A1EED8-8A3F-42E6-9BA4-E08CBDEF9154}" presName="root" presStyleCnt="0">
        <dgm:presLayoutVars>
          <dgm:dir/>
          <dgm:resizeHandles val="exact"/>
        </dgm:presLayoutVars>
      </dgm:prSet>
      <dgm:spPr/>
    </dgm:pt>
    <dgm:pt modelId="{1F6FEDC6-D061-4731-943E-8494CAE52172}" type="pres">
      <dgm:prSet presAssocID="{0BFC3EA8-F4EC-4C10-B54A-988EAEF9DB78}" presName="compNode" presStyleCnt="0"/>
      <dgm:spPr/>
    </dgm:pt>
    <dgm:pt modelId="{0C8D65DA-0C68-433C-9C72-E7E39DF8EE0A}" type="pres">
      <dgm:prSet presAssocID="{0BFC3EA8-F4EC-4C10-B54A-988EAEF9DB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85C4B38-6EBF-4E62-AAC4-94CA7F40BAC2}" type="pres">
      <dgm:prSet presAssocID="{0BFC3EA8-F4EC-4C10-B54A-988EAEF9DB78}" presName="spaceRect" presStyleCnt="0"/>
      <dgm:spPr/>
    </dgm:pt>
    <dgm:pt modelId="{C8C2B0D6-3F3C-4033-B639-D79A3A278BF3}" type="pres">
      <dgm:prSet presAssocID="{0BFC3EA8-F4EC-4C10-B54A-988EAEF9DB78}" presName="textRect" presStyleLbl="revTx" presStyleIdx="0" presStyleCnt="4">
        <dgm:presLayoutVars>
          <dgm:chMax val="1"/>
          <dgm:chPref val="1"/>
        </dgm:presLayoutVars>
      </dgm:prSet>
      <dgm:spPr/>
    </dgm:pt>
    <dgm:pt modelId="{EDB0D08F-5CF2-4A99-9DC6-EDC764D5D6EF}" type="pres">
      <dgm:prSet presAssocID="{373B7873-1606-481A-97BC-83A03D0290FB}" presName="sibTrans" presStyleCnt="0"/>
      <dgm:spPr/>
    </dgm:pt>
    <dgm:pt modelId="{94B90631-2E61-4851-A0E7-6BE38E2E0BE5}" type="pres">
      <dgm:prSet presAssocID="{025CB3A8-0A57-45AF-82D9-8B406CE924D9}" presName="compNode" presStyleCnt="0"/>
      <dgm:spPr/>
    </dgm:pt>
    <dgm:pt modelId="{79C4BBE8-AC6D-4EF3-A27A-4DC476D4D68F}" type="pres">
      <dgm:prSet presAssocID="{025CB3A8-0A57-45AF-82D9-8B406CE924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 scene"/>
        </a:ext>
      </dgm:extLst>
    </dgm:pt>
    <dgm:pt modelId="{69C070CC-B087-44A5-89B4-CDDA93B42541}" type="pres">
      <dgm:prSet presAssocID="{025CB3A8-0A57-45AF-82D9-8B406CE924D9}" presName="spaceRect" presStyleCnt="0"/>
      <dgm:spPr/>
    </dgm:pt>
    <dgm:pt modelId="{AC6CB9E6-E167-4D05-862C-FCDBA46E9C0B}" type="pres">
      <dgm:prSet presAssocID="{025CB3A8-0A57-45AF-82D9-8B406CE924D9}" presName="textRect" presStyleLbl="revTx" presStyleIdx="1" presStyleCnt="4">
        <dgm:presLayoutVars>
          <dgm:chMax val="1"/>
          <dgm:chPref val="1"/>
        </dgm:presLayoutVars>
      </dgm:prSet>
      <dgm:spPr/>
    </dgm:pt>
    <dgm:pt modelId="{68E12E0C-B9BC-4898-AE6C-5702AFD10D1F}" type="pres">
      <dgm:prSet presAssocID="{BD0D69A9-4153-48F2-800B-64491B7C2BB3}" presName="sibTrans" presStyleCnt="0"/>
      <dgm:spPr/>
    </dgm:pt>
    <dgm:pt modelId="{ACFFE7C8-EA32-47D8-AEDD-06C8EFB97350}" type="pres">
      <dgm:prSet presAssocID="{017CC8E7-2698-4DC9-BE08-828FF4C84EBB}" presName="compNode" presStyleCnt="0"/>
      <dgm:spPr/>
    </dgm:pt>
    <dgm:pt modelId="{6960DEEB-B88A-4B4D-9F82-DEC31EBFBEF6}" type="pres">
      <dgm:prSet presAssocID="{017CC8E7-2698-4DC9-BE08-828FF4C84E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992B635-18C1-4EF2-813C-C5FF75BBF3EB}" type="pres">
      <dgm:prSet presAssocID="{017CC8E7-2698-4DC9-BE08-828FF4C84EBB}" presName="spaceRect" presStyleCnt="0"/>
      <dgm:spPr/>
    </dgm:pt>
    <dgm:pt modelId="{8FD3066B-5674-4A60-998B-40105B2B3878}" type="pres">
      <dgm:prSet presAssocID="{017CC8E7-2698-4DC9-BE08-828FF4C84EBB}" presName="textRect" presStyleLbl="revTx" presStyleIdx="2" presStyleCnt="4">
        <dgm:presLayoutVars>
          <dgm:chMax val="1"/>
          <dgm:chPref val="1"/>
        </dgm:presLayoutVars>
      </dgm:prSet>
      <dgm:spPr/>
    </dgm:pt>
    <dgm:pt modelId="{F2281774-007A-4BA7-A583-2CB798AFF904}" type="pres">
      <dgm:prSet presAssocID="{CFA0F5B0-40FE-455C-AA6C-CC661DE40A4C}" presName="sibTrans" presStyleCnt="0"/>
      <dgm:spPr/>
    </dgm:pt>
    <dgm:pt modelId="{DED0696E-D921-496F-854D-DE6150C927B4}" type="pres">
      <dgm:prSet presAssocID="{B0307F53-5953-49E8-90B9-B7E937639D7A}" presName="compNode" presStyleCnt="0"/>
      <dgm:spPr/>
    </dgm:pt>
    <dgm:pt modelId="{1269738A-A51C-4158-A3AC-1FEC30A343DC}" type="pres">
      <dgm:prSet presAssocID="{B0307F53-5953-49E8-90B9-B7E937639D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814AE80-EDA4-4B82-BF4F-DDFF5A13D957}" type="pres">
      <dgm:prSet presAssocID="{B0307F53-5953-49E8-90B9-B7E937639D7A}" presName="spaceRect" presStyleCnt="0"/>
      <dgm:spPr/>
    </dgm:pt>
    <dgm:pt modelId="{95A44C91-DC3D-45DA-AFA6-F0D85974228D}" type="pres">
      <dgm:prSet presAssocID="{B0307F53-5953-49E8-90B9-B7E937639D7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A88520-F72A-4CE1-B4F9-E0D702D5D30E}" srcId="{80A1EED8-8A3F-42E6-9BA4-E08CBDEF9154}" destId="{B0307F53-5953-49E8-90B9-B7E937639D7A}" srcOrd="3" destOrd="0" parTransId="{FCB76C0B-D4F6-4F0B-A0FB-7804B1CC8BAF}" sibTransId="{B38CAD00-D440-4B29-BBF3-5C29DA522370}"/>
    <dgm:cxn modelId="{9CC5E866-4FE4-483A-B2FE-271BAC98F141}" type="presOf" srcId="{80A1EED8-8A3F-42E6-9BA4-E08CBDEF9154}" destId="{2F35B627-CC3C-47F0-BC41-49A4E994B777}" srcOrd="0" destOrd="0" presId="urn:microsoft.com/office/officeart/2018/2/layout/IconLabelList"/>
    <dgm:cxn modelId="{14AAFC5A-AE5B-4A0A-99B4-4489EF4153AE}" srcId="{80A1EED8-8A3F-42E6-9BA4-E08CBDEF9154}" destId="{025CB3A8-0A57-45AF-82D9-8B406CE924D9}" srcOrd="1" destOrd="0" parTransId="{66FEC353-A1C9-462D-8321-31CCAC4BB86E}" sibTransId="{BD0D69A9-4153-48F2-800B-64491B7C2BB3}"/>
    <dgm:cxn modelId="{05E20882-E1CD-460A-8D73-9F478A504472}" type="presOf" srcId="{B0307F53-5953-49E8-90B9-B7E937639D7A}" destId="{95A44C91-DC3D-45DA-AFA6-F0D85974228D}" srcOrd="0" destOrd="0" presId="urn:microsoft.com/office/officeart/2018/2/layout/IconLabelList"/>
    <dgm:cxn modelId="{366711B3-27A8-4666-91DD-3040C7DA6AD6}" type="presOf" srcId="{0BFC3EA8-F4EC-4C10-B54A-988EAEF9DB78}" destId="{C8C2B0D6-3F3C-4033-B639-D79A3A278BF3}" srcOrd="0" destOrd="0" presId="urn:microsoft.com/office/officeart/2018/2/layout/IconLabelList"/>
    <dgm:cxn modelId="{A86429C6-E782-4AD4-A60A-D122796BA70B}" srcId="{80A1EED8-8A3F-42E6-9BA4-E08CBDEF9154}" destId="{017CC8E7-2698-4DC9-BE08-828FF4C84EBB}" srcOrd="2" destOrd="0" parTransId="{56FC14ED-3524-43A2-B6DC-A413B588A38E}" sibTransId="{CFA0F5B0-40FE-455C-AA6C-CC661DE40A4C}"/>
    <dgm:cxn modelId="{4A5C60D4-5E4A-4A37-8703-562AE33B09F3}" srcId="{80A1EED8-8A3F-42E6-9BA4-E08CBDEF9154}" destId="{0BFC3EA8-F4EC-4C10-B54A-988EAEF9DB78}" srcOrd="0" destOrd="0" parTransId="{8C9B6240-FBFC-4821-B701-0AE069808A64}" sibTransId="{373B7873-1606-481A-97BC-83A03D0290FB}"/>
    <dgm:cxn modelId="{FB0FA3DF-7084-47D1-AAC2-65B1E0329FAA}" type="presOf" srcId="{025CB3A8-0A57-45AF-82D9-8B406CE924D9}" destId="{AC6CB9E6-E167-4D05-862C-FCDBA46E9C0B}" srcOrd="0" destOrd="0" presId="urn:microsoft.com/office/officeart/2018/2/layout/IconLabelList"/>
    <dgm:cxn modelId="{0D26C8F7-C1A2-4156-A97D-ED31AB84A093}" type="presOf" srcId="{017CC8E7-2698-4DC9-BE08-828FF4C84EBB}" destId="{8FD3066B-5674-4A60-998B-40105B2B3878}" srcOrd="0" destOrd="0" presId="urn:microsoft.com/office/officeart/2018/2/layout/IconLabelList"/>
    <dgm:cxn modelId="{35E27069-2FF8-4F3C-80F4-5F5875AC48C1}" type="presParOf" srcId="{2F35B627-CC3C-47F0-BC41-49A4E994B777}" destId="{1F6FEDC6-D061-4731-943E-8494CAE52172}" srcOrd="0" destOrd="0" presId="urn:microsoft.com/office/officeart/2018/2/layout/IconLabelList"/>
    <dgm:cxn modelId="{79BF51E7-765D-4865-9782-B83CE1BFD607}" type="presParOf" srcId="{1F6FEDC6-D061-4731-943E-8494CAE52172}" destId="{0C8D65DA-0C68-433C-9C72-E7E39DF8EE0A}" srcOrd="0" destOrd="0" presId="urn:microsoft.com/office/officeart/2018/2/layout/IconLabelList"/>
    <dgm:cxn modelId="{9F1F1BC0-9CCF-468B-BA28-10E6A0F0DAB3}" type="presParOf" srcId="{1F6FEDC6-D061-4731-943E-8494CAE52172}" destId="{E85C4B38-6EBF-4E62-AAC4-94CA7F40BAC2}" srcOrd="1" destOrd="0" presId="urn:microsoft.com/office/officeart/2018/2/layout/IconLabelList"/>
    <dgm:cxn modelId="{D0C44F4B-ACAE-43A5-AA75-EBBED50D37AD}" type="presParOf" srcId="{1F6FEDC6-D061-4731-943E-8494CAE52172}" destId="{C8C2B0D6-3F3C-4033-B639-D79A3A278BF3}" srcOrd="2" destOrd="0" presId="urn:microsoft.com/office/officeart/2018/2/layout/IconLabelList"/>
    <dgm:cxn modelId="{4AC32745-E76E-4C08-8084-F1B1BE2FBCDD}" type="presParOf" srcId="{2F35B627-CC3C-47F0-BC41-49A4E994B777}" destId="{EDB0D08F-5CF2-4A99-9DC6-EDC764D5D6EF}" srcOrd="1" destOrd="0" presId="urn:microsoft.com/office/officeart/2018/2/layout/IconLabelList"/>
    <dgm:cxn modelId="{521BEB36-AFAE-4AD9-937C-0557BEA12FA6}" type="presParOf" srcId="{2F35B627-CC3C-47F0-BC41-49A4E994B777}" destId="{94B90631-2E61-4851-A0E7-6BE38E2E0BE5}" srcOrd="2" destOrd="0" presId="urn:microsoft.com/office/officeart/2018/2/layout/IconLabelList"/>
    <dgm:cxn modelId="{20A0085C-D51A-44E1-ACC8-C01ECC808A5F}" type="presParOf" srcId="{94B90631-2E61-4851-A0E7-6BE38E2E0BE5}" destId="{79C4BBE8-AC6D-4EF3-A27A-4DC476D4D68F}" srcOrd="0" destOrd="0" presId="urn:microsoft.com/office/officeart/2018/2/layout/IconLabelList"/>
    <dgm:cxn modelId="{64EFDF9D-4DEE-4F79-B5C2-72C0A75D2079}" type="presParOf" srcId="{94B90631-2E61-4851-A0E7-6BE38E2E0BE5}" destId="{69C070CC-B087-44A5-89B4-CDDA93B42541}" srcOrd="1" destOrd="0" presId="urn:microsoft.com/office/officeart/2018/2/layout/IconLabelList"/>
    <dgm:cxn modelId="{CB71BFB3-8533-4754-86D7-7828C5F7431B}" type="presParOf" srcId="{94B90631-2E61-4851-A0E7-6BE38E2E0BE5}" destId="{AC6CB9E6-E167-4D05-862C-FCDBA46E9C0B}" srcOrd="2" destOrd="0" presId="urn:microsoft.com/office/officeart/2018/2/layout/IconLabelList"/>
    <dgm:cxn modelId="{F648854C-6EE0-4E7A-B1CC-C623C6AE0B63}" type="presParOf" srcId="{2F35B627-CC3C-47F0-BC41-49A4E994B777}" destId="{68E12E0C-B9BC-4898-AE6C-5702AFD10D1F}" srcOrd="3" destOrd="0" presId="urn:microsoft.com/office/officeart/2018/2/layout/IconLabelList"/>
    <dgm:cxn modelId="{F3AD6B7E-71EE-443C-A3C3-041060ED8CE6}" type="presParOf" srcId="{2F35B627-CC3C-47F0-BC41-49A4E994B777}" destId="{ACFFE7C8-EA32-47D8-AEDD-06C8EFB97350}" srcOrd="4" destOrd="0" presId="urn:microsoft.com/office/officeart/2018/2/layout/IconLabelList"/>
    <dgm:cxn modelId="{A29C2760-50AA-4974-8669-3291E516387F}" type="presParOf" srcId="{ACFFE7C8-EA32-47D8-AEDD-06C8EFB97350}" destId="{6960DEEB-B88A-4B4D-9F82-DEC31EBFBEF6}" srcOrd="0" destOrd="0" presId="urn:microsoft.com/office/officeart/2018/2/layout/IconLabelList"/>
    <dgm:cxn modelId="{A51552EC-C5FE-49BD-89CE-9604A8354631}" type="presParOf" srcId="{ACFFE7C8-EA32-47D8-AEDD-06C8EFB97350}" destId="{E992B635-18C1-4EF2-813C-C5FF75BBF3EB}" srcOrd="1" destOrd="0" presId="urn:microsoft.com/office/officeart/2018/2/layout/IconLabelList"/>
    <dgm:cxn modelId="{94661E40-D6BE-496C-9081-F64F7C82F424}" type="presParOf" srcId="{ACFFE7C8-EA32-47D8-AEDD-06C8EFB97350}" destId="{8FD3066B-5674-4A60-998B-40105B2B3878}" srcOrd="2" destOrd="0" presId="urn:microsoft.com/office/officeart/2018/2/layout/IconLabelList"/>
    <dgm:cxn modelId="{EAA1BAA2-F53B-4D7A-8DA8-E906D633EB34}" type="presParOf" srcId="{2F35B627-CC3C-47F0-BC41-49A4E994B777}" destId="{F2281774-007A-4BA7-A583-2CB798AFF904}" srcOrd="5" destOrd="0" presId="urn:microsoft.com/office/officeart/2018/2/layout/IconLabelList"/>
    <dgm:cxn modelId="{7B993B02-E454-4C73-865C-3B3E7292612D}" type="presParOf" srcId="{2F35B627-CC3C-47F0-BC41-49A4E994B777}" destId="{DED0696E-D921-496F-854D-DE6150C927B4}" srcOrd="6" destOrd="0" presId="urn:microsoft.com/office/officeart/2018/2/layout/IconLabelList"/>
    <dgm:cxn modelId="{4FF2A43A-D03E-495F-B156-8E5E2AFABCDA}" type="presParOf" srcId="{DED0696E-D921-496F-854D-DE6150C927B4}" destId="{1269738A-A51C-4158-A3AC-1FEC30A343DC}" srcOrd="0" destOrd="0" presId="urn:microsoft.com/office/officeart/2018/2/layout/IconLabelList"/>
    <dgm:cxn modelId="{2E3895D9-8BE3-4258-B48A-209D1F175996}" type="presParOf" srcId="{DED0696E-D921-496F-854D-DE6150C927B4}" destId="{4814AE80-EDA4-4B82-BF4F-DDFF5A13D957}" srcOrd="1" destOrd="0" presId="urn:microsoft.com/office/officeart/2018/2/layout/IconLabelList"/>
    <dgm:cxn modelId="{98F8A970-95EA-484A-B371-93FC9D64BC89}" type="presParOf" srcId="{DED0696E-D921-496F-854D-DE6150C927B4}" destId="{95A44C91-DC3D-45DA-AFA6-F0D8597422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CF8C10-AE53-41E9-9D5F-06248C96BDD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7F11636-EAC4-4EB8-BB56-AE318DB88EB6}">
      <dgm:prSet/>
      <dgm:spPr/>
      <dgm:t>
        <a:bodyPr/>
        <a:lstStyle/>
        <a:p>
          <a:pPr>
            <a:defRPr cap="all"/>
          </a:pPr>
          <a:r>
            <a:rPr lang="en-US"/>
            <a:t>Faster response to change</a:t>
          </a:r>
        </a:p>
      </dgm:t>
    </dgm:pt>
    <dgm:pt modelId="{D3073113-803D-4A37-B3B8-540570F77E14}" type="parTrans" cxnId="{34A5BBDF-8CC0-4504-9B3C-862AD9CA6964}">
      <dgm:prSet/>
      <dgm:spPr/>
      <dgm:t>
        <a:bodyPr/>
        <a:lstStyle/>
        <a:p>
          <a:endParaRPr lang="en-US"/>
        </a:p>
      </dgm:t>
    </dgm:pt>
    <dgm:pt modelId="{AC8E1FFF-799A-4BB4-A4FA-56D89D59FA90}" type="sibTrans" cxnId="{34A5BBDF-8CC0-4504-9B3C-862AD9CA6964}">
      <dgm:prSet/>
      <dgm:spPr/>
      <dgm:t>
        <a:bodyPr/>
        <a:lstStyle/>
        <a:p>
          <a:endParaRPr lang="en-US"/>
        </a:p>
      </dgm:t>
    </dgm:pt>
    <dgm:pt modelId="{B86236B2-EF07-4786-B47D-F62A96165957}">
      <dgm:prSet/>
      <dgm:spPr/>
      <dgm:t>
        <a:bodyPr/>
        <a:lstStyle/>
        <a:p>
          <a:pPr>
            <a:defRPr cap="all"/>
          </a:pPr>
          <a:r>
            <a:rPr lang="en-US"/>
            <a:t>Better communication and teamwork</a:t>
          </a:r>
        </a:p>
      </dgm:t>
    </dgm:pt>
    <dgm:pt modelId="{9C173B5B-8204-45B5-91CA-3FC8A1388FCF}" type="parTrans" cxnId="{5DB299D2-EA57-40F7-8527-C4FA6B44BA2C}">
      <dgm:prSet/>
      <dgm:spPr/>
      <dgm:t>
        <a:bodyPr/>
        <a:lstStyle/>
        <a:p>
          <a:endParaRPr lang="en-US"/>
        </a:p>
      </dgm:t>
    </dgm:pt>
    <dgm:pt modelId="{E5490648-7D33-4EAF-A536-A71715954D74}" type="sibTrans" cxnId="{5DB299D2-EA57-40F7-8527-C4FA6B44BA2C}">
      <dgm:prSet/>
      <dgm:spPr/>
      <dgm:t>
        <a:bodyPr/>
        <a:lstStyle/>
        <a:p>
          <a:endParaRPr lang="en-US"/>
        </a:p>
      </dgm:t>
    </dgm:pt>
    <dgm:pt modelId="{18B20EBB-014D-4D5B-8834-6ED751B42B79}">
      <dgm:prSet/>
      <dgm:spPr/>
      <dgm:t>
        <a:bodyPr/>
        <a:lstStyle/>
        <a:p>
          <a:pPr>
            <a:defRPr cap="all"/>
          </a:pPr>
          <a:r>
            <a:rPr lang="en-US"/>
            <a:t>Continuous improvement through retrospectives</a:t>
          </a:r>
        </a:p>
      </dgm:t>
    </dgm:pt>
    <dgm:pt modelId="{8233A1E9-80FB-4941-92C1-5724107ED7E0}" type="parTrans" cxnId="{C61AFB56-DFE7-40E3-A722-71F7013E5B3A}">
      <dgm:prSet/>
      <dgm:spPr/>
      <dgm:t>
        <a:bodyPr/>
        <a:lstStyle/>
        <a:p>
          <a:endParaRPr lang="en-US"/>
        </a:p>
      </dgm:t>
    </dgm:pt>
    <dgm:pt modelId="{21CB34CC-9B91-4E8F-9C6B-6D64D52D04AF}" type="sibTrans" cxnId="{C61AFB56-DFE7-40E3-A722-71F7013E5B3A}">
      <dgm:prSet/>
      <dgm:spPr/>
      <dgm:t>
        <a:bodyPr/>
        <a:lstStyle/>
        <a:p>
          <a:endParaRPr lang="en-US"/>
        </a:p>
      </dgm:t>
    </dgm:pt>
    <dgm:pt modelId="{4B3DD600-2C9B-4734-A928-1BC61C236446}">
      <dgm:prSet/>
      <dgm:spPr/>
      <dgm:t>
        <a:bodyPr/>
        <a:lstStyle/>
        <a:p>
          <a:pPr>
            <a:defRPr cap="all"/>
          </a:pPr>
          <a:r>
            <a:rPr lang="en-US"/>
            <a:t>Reduced risk of building the wrong product</a:t>
          </a:r>
        </a:p>
      </dgm:t>
    </dgm:pt>
    <dgm:pt modelId="{2564C748-FB13-4E91-B143-4E317EE1E1E8}" type="parTrans" cxnId="{34149078-F144-4B58-9EDA-AB83A969E579}">
      <dgm:prSet/>
      <dgm:spPr/>
      <dgm:t>
        <a:bodyPr/>
        <a:lstStyle/>
        <a:p>
          <a:endParaRPr lang="en-US"/>
        </a:p>
      </dgm:t>
    </dgm:pt>
    <dgm:pt modelId="{7139299C-88ED-42EE-826F-ED49C003F554}" type="sibTrans" cxnId="{34149078-F144-4B58-9EDA-AB83A969E579}">
      <dgm:prSet/>
      <dgm:spPr/>
      <dgm:t>
        <a:bodyPr/>
        <a:lstStyle/>
        <a:p>
          <a:endParaRPr lang="en-US"/>
        </a:p>
      </dgm:t>
    </dgm:pt>
    <dgm:pt modelId="{A61ABED0-8174-4540-A7E8-53CCA9054A0D}" type="pres">
      <dgm:prSet presAssocID="{08CF8C10-AE53-41E9-9D5F-06248C96BDDC}" presName="root" presStyleCnt="0">
        <dgm:presLayoutVars>
          <dgm:dir/>
          <dgm:resizeHandles val="exact"/>
        </dgm:presLayoutVars>
      </dgm:prSet>
      <dgm:spPr/>
    </dgm:pt>
    <dgm:pt modelId="{8A1CDEB2-59D2-49B4-8CCE-D4C72CCD33BE}" type="pres">
      <dgm:prSet presAssocID="{47F11636-EAC4-4EB8-BB56-AE318DB88EB6}" presName="compNode" presStyleCnt="0"/>
      <dgm:spPr/>
    </dgm:pt>
    <dgm:pt modelId="{61B3FB8E-9641-469B-97A1-DFCC41949495}" type="pres">
      <dgm:prSet presAssocID="{47F11636-EAC4-4EB8-BB56-AE318DB88EB6}" presName="iconBgRect" presStyleLbl="bgShp" presStyleIdx="0" presStyleCnt="4"/>
      <dgm:spPr/>
    </dgm:pt>
    <dgm:pt modelId="{6E4941B3-4A33-4677-B670-C9BDB27DF816}" type="pres">
      <dgm:prSet presAssocID="{47F11636-EAC4-4EB8-BB56-AE318DB88E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38EC6B8-E5D6-41E3-9C32-DBE3DFD54C87}" type="pres">
      <dgm:prSet presAssocID="{47F11636-EAC4-4EB8-BB56-AE318DB88EB6}" presName="spaceRect" presStyleCnt="0"/>
      <dgm:spPr/>
    </dgm:pt>
    <dgm:pt modelId="{0FEC1725-2778-4010-8035-21C76C51CE93}" type="pres">
      <dgm:prSet presAssocID="{47F11636-EAC4-4EB8-BB56-AE318DB88EB6}" presName="textRect" presStyleLbl="revTx" presStyleIdx="0" presStyleCnt="4">
        <dgm:presLayoutVars>
          <dgm:chMax val="1"/>
          <dgm:chPref val="1"/>
        </dgm:presLayoutVars>
      </dgm:prSet>
      <dgm:spPr/>
    </dgm:pt>
    <dgm:pt modelId="{355F96E0-0D4A-4283-BE95-0DEEA5999855}" type="pres">
      <dgm:prSet presAssocID="{AC8E1FFF-799A-4BB4-A4FA-56D89D59FA90}" presName="sibTrans" presStyleCnt="0"/>
      <dgm:spPr/>
    </dgm:pt>
    <dgm:pt modelId="{3EF0FAA0-1F72-4B8D-803F-4AE4D2FF09DC}" type="pres">
      <dgm:prSet presAssocID="{B86236B2-EF07-4786-B47D-F62A96165957}" presName="compNode" presStyleCnt="0"/>
      <dgm:spPr/>
    </dgm:pt>
    <dgm:pt modelId="{F3893331-9897-41A4-8958-700F5DBA39CA}" type="pres">
      <dgm:prSet presAssocID="{B86236B2-EF07-4786-B47D-F62A96165957}" presName="iconBgRect" presStyleLbl="bgShp" presStyleIdx="1" presStyleCnt="4"/>
      <dgm:spPr/>
    </dgm:pt>
    <dgm:pt modelId="{1BE8CE2B-14D4-4A37-9AFC-8749A463DE5E}" type="pres">
      <dgm:prSet presAssocID="{B86236B2-EF07-4786-B47D-F62A961659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A346A3C-7C6F-4D0F-905D-E97BF764B61D}" type="pres">
      <dgm:prSet presAssocID="{B86236B2-EF07-4786-B47D-F62A96165957}" presName="spaceRect" presStyleCnt="0"/>
      <dgm:spPr/>
    </dgm:pt>
    <dgm:pt modelId="{3C5599FA-829C-4C8F-AF85-2BF9BCEE1FA8}" type="pres">
      <dgm:prSet presAssocID="{B86236B2-EF07-4786-B47D-F62A96165957}" presName="textRect" presStyleLbl="revTx" presStyleIdx="1" presStyleCnt="4">
        <dgm:presLayoutVars>
          <dgm:chMax val="1"/>
          <dgm:chPref val="1"/>
        </dgm:presLayoutVars>
      </dgm:prSet>
      <dgm:spPr/>
    </dgm:pt>
    <dgm:pt modelId="{99398160-C4D6-4952-95AA-9CFDA46A4396}" type="pres">
      <dgm:prSet presAssocID="{E5490648-7D33-4EAF-A536-A71715954D74}" presName="sibTrans" presStyleCnt="0"/>
      <dgm:spPr/>
    </dgm:pt>
    <dgm:pt modelId="{AE57288E-F16E-44AC-A9E1-6CDCB2E629E9}" type="pres">
      <dgm:prSet presAssocID="{18B20EBB-014D-4D5B-8834-6ED751B42B79}" presName="compNode" presStyleCnt="0"/>
      <dgm:spPr/>
    </dgm:pt>
    <dgm:pt modelId="{679A3AFE-BADE-432E-8B34-3EE9AA2834D6}" type="pres">
      <dgm:prSet presAssocID="{18B20EBB-014D-4D5B-8834-6ED751B42B79}" presName="iconBgRect" presStyleLbl="bgShp" presStyleIdx="2" presStyleCnt="4"/>
      <dgm:spPr/>
    </dgm:pt>
    <dgm:pt modelId="{F46671F4-8091-4503-94ED-8E277CE51207}" type="pres">
      <dgm:prSet presAssocID="{18B20EBB-014D-4D5B-8834-6ED751B42B7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997C4459-D9D8-4CA5-A981-0E59B97C8836}" type="pres">
      <dgm:prSet presAssocID="{18B20EBB-014D-4D5B-8834-6ED751B42B79}" presName="spaceRect" presStyleCnt="0"/>
      <dgm:spPr/>
    </dgm:pt>
    <dgm:pt modelId="{6F63C339-F4B5-48A2-8094-FFAE965C63EF}" type="pres">
      <dgm:prSet presAssocID="{18B20EBB-014D-4D5B-8834-6ED751B42B79}" presName="textRect" presStyleLbl="revTx" presStyleIdx="2" presStyleCnt="4">
        <dgm:presLayoutVars>
          <dgm:chMax val="1"/>
          <dgm:chPref val="1"/>
        </dgm:presLayoutVars>
      </dgm:prSet>
      <dgm:spPr/>
    </dgm:pt>
    <dgm:pt modelId="{CDF8446B-36D1-43F3-BB47-DCDB2991AE01}" type="pres">
      <dgm:prSet presAssocID="{21CB34CC-9B91-4E8F-9C6B-6D64D52D04AF}" presName="sibTrans" presStyleCnt="0"/>
      <dgm:spPr/>
    </dgm:pt>
    <dgm:pt modelId="{067BC3F0-5583-4F06-8383-F7F3A37EB0E4}" type="pres">
      <dgm:prSet presAssocID="{4B3DD600-2C9B-4734-A928-1BC61C236446}" presName="compNode" presStyleCnt="0"/>
      <dgm:spPr/>
    </dgm:pt>
    <dgm:pt modelId="{E4F4E558-5A0C-451D-86DC-810D18EE306E}" type="pres">
      <dgm:prSet presAssocID="{4B3DD600-2C9B-4734-A928-1BC61C236446}" presName="iconBgRect" presStyleLbl="bgShp" presStyleIdx="3" presStyleCnt="4"/>
      <dgm:spPr/>
    </dgm:pt>
    <dgm:pt modelId="{2512C852-E677-465E-A488-D6FB89B56879}" type="pres">
      <dgm:prSet presAssocID="{4B3DD600-2C9B-4734-A928-1BC61C2364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CD2ECCCD-F4E3-41DF-86C7-74B8BFA88FAD}" type="pres">
      <dgm:prSet presAssocID="{4B3DD600-2C9B-4734-A928-1BC61C236446}" presName="spaceRect" presStyleCnt="0"/>
      <dgm:spPr/>
    </dgm:pt>
    <dgm:pt modelId="{F0DA4560-B5A3-4215-A031-B5CD8BD1DB79}" type="pres">
      <dgm:prSet presAssocID="{4B3DD600-2C9B-4734-A928-1BC61C23644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A5CAE0B-EE5E-477F-8803-E62C2DF8CA30}" type="presOf" srcId="{B86236B2-EF07-4786-B47D-F62A96165957}" destId="{3C5599FA-829C-4C8F-AF85-2BF9BCEE1FA8}" srcOrd="0" destOrd="0" presId="urn:microsoft.com/office/officeart/2018/5/layout/IconCircleLabelList"/>
    <dgm:cxn modelId="{6BF99618-0228-4930-A241-FDE44F4C6628}" type="presOf" srcId="{4B3DD600-2C9B-4734-A928-1BC61C236446}" destId="{F0DA4560-B5A3-4215-A031-B5CD8BD1DB79}" srcOrd="0" destOrd="0" presId="urn:microsoft.com/office/officeart/2018/5/layout/IconCircleLabelList"/>
    <dgm:cxn modelId="{9CA38A71-D2CC-4B2A-9398-7A9E69C50410}" type="presOf" srcId="{18B20EBB-014D-4D5B-8834-6ED751B42B79}" destId="{6F63C339-F4B5-48A2-8094-FFAE965C63EF}" srcOrd="0" destOrd="0" presId="urn:microsoft.com/office/officeart/2018/5/layout/IconCircleLabelList"/>
    <dgm:cxn modelId="{C61AFB56-DFE7-40E3-A722-71F7013E5B3A}" srcId="{08CF8C10-AE53-41E9-9D5F-06248C96BDDC}" destId="{18B20EBB-014D-4D5B-8834-6ED751B42B79}" srcOrd="2" destOrd="0" parTransId="{8233A1E9-80FB-4941-92C1-5724107ED7E0}" sibTransId="{21CB34CC-9B91-4E8F-9C6B-6D64D52D04AF}"/>
    <dgm:cxn modelId="{34149078-F144-4B58-9EDA-AB83A969E579}" srcId="{08CF8C10-AE53-41E9-9D5F-06248C96BDDC}" destId="{4B3DD600-2C9B-4734-A928-1BC61C236446}" srcOrd="3" destOrd="0" parTransId="{2564C748-FB13-4E91-B143-4E317EE1E1E8}" sibTransId="{7139299C-88ED-42EE-826F-ED49C003F554}"/>
    <dgm:cxn modelId="{37C93B8D-995A-4EBE-B357-C65E801EC240}" type="presOf" srcId="{08CF8C10-AE53-41E9-9D5F-06248C96BDDC}" destId="{A61ABED0-8174-4540-A7E8-53CCA9054A0D}" srcOrd="0" destOrd="0" presId="urn:microsoft.com/office/officeart/2018/5/layout/IconCircleLabelList"/>
    <dgm:cxn modelId="{F1486BC4-5927-49E0-8879-F4554AD3DA19}" type="presOf" srcId="{47F11636-EAC4-4EB8-BB56-AE318DB88EB6}" destId="{0FEC1725-2778-4010-8035-21C76C51CE93}" srcOrd="0" destOrd="0" presId="urn:microsoft.com/office/officeart/2018/5/layout/IconCircleLabelList"/>
    <dgm:cxn modelId="{5DB299D2-EA57-40F7-8527-C4FA6B44BA2C}" srcId="{08CF8C10-AE53-41E9-9D5F-06248C96BDDC}" destId="{B86236B2-EF07-4786-B47D-F62A96165957}" srcOrd="1" destOrd="0" parTransId="{9C173B5B-8204-45B5-91CA-3FC8A1388FCF}" sibTransId="{E5490648-7D33-4EAF-A536-A71715954D74}"/>
    <dgm:cxn modelId="{34A5BBDF-8CC0-4504-9B3C-862AD9CA6964}" srcId="{08CF8C10-AE53-41E9-9D5F-06248C96BDDC}" destId="{47F11636-EAC4-4EB8-BB56-AE318DB88EB6}" srcOrd="0" destOrd="0" parTransId="{D3073113-803D-4A37-B3B8-540570F77E14}" sibTransId="{AC8E1FFF-799A-4BB4-A4FA-56D89D59FA90}"/>
    <dgm:cxn modelId="{731F9020-6AFF-4673-9B99-C6B1A9669E68}" type="presParOf" srcId="{A61ABED0-8174-4540-A7E8-53CCA9054A0D}" destId="{8A1CDEB2-59D2-49B4-8CCE-D4C72CCD33BE}" srcOrd="0" destOrd="0" presId="urn:microsoft.com/office/officeart/2018/5/layout/IconCircleLabelList"/>
    <dgm:cxn modelId="{2425B3E4-C8A3-4045-86C2-D25B12716D84}" type="presParOf" srcId="{8A1CDEB2-59D2-49B4-8CCE-D4C72CCD33BE}" destId="{61B3FB8E-9641-469B-97A1-DFCC41949495}" srcOrd="0" destOrd="0" presId="urn:microsoft.com/office/officeart/2018/5/layout/IconCircleLabelList"/>
    <dgm:cxn modelId="{5572A1D1-FB5E-42CA-9884-D33E9AE10843}" type="presParOf" srcId="{8A1CDEB2-59D2-49B4-8CCE-D4C72CCD33BE}" destId="{6E4941B3-4A33-4677-B670-C9BDB27DF816}" srcOrd="1" destOrd="0" presId="urn:microsoft.com/office/officeart/2018/5/layout/IconCircleLabelList"/>
    <dgm:cxn modelId="{35203B2A-EA0F-4E4F-8AFF-1A02A8EB566F}" type="presParOf" srcId="{8A1CDEB2-59D2-49B4-8CCE-D4C72CCD33BE}" destId="{338EC6B8-E5D6-41E3-9C32-DBE3DFD54C87}" srcOrd="2" destOrd="0" presId="urn:microsoft.com/office/officeart/2018/5/layout/IconCircleLabelList"/>
    <dgm:cxn modelId="{7896AEF3-9493-4137-9F4E-9880FBF9587C}" type="presParOf" srcId="{8A1CDEB2-59D2-49B4-8CCE-D4C72CCD33BE}" destId="{0FEC1725-2778-4010-8035-21C76C51CE93}" srcOrd="3" destOrd="0" presId="urn:microsoft.com/office/officeart/2018/5/layout/IconCircleLabelList"/>
    <dgm:cxn modelId="{97F7E321-EFCB-40E8-8C52-7409CDF94C49}" type="presParOf" srcId="{A61ABED0-8174-4540-A7E8-53CCA9054A0D}" destId="{355F96E0-0D4A-4283-BE95-0DEEA5999855}" srcOrd="1" destOrd="0" presId="urn:microsoft.com/office/officeart/2018/5/layout/IconCircleLabelList"/>
    <dgm:cxn modelId="{E0191635-6BFD-44F1-B74F-9804ED524BC0}" type="presParOf" srcId="{A61ABED0-8174-4540-A7E8-53CCA9054A0D}" destId="{3EF0FAA0-1F72-4B8D-803F-4AE4D2FF09DC}" srcOrd="2" destOrd="0" presId="urn:microsoft.com/office/officeart/2018/5/layout/IconCircleLabelList"/>
    <dgm:cxn modelId="{7C4C5FD0-B5B3-4738-BA00-64C9AD25CD89}" type="presParOf" srcId="{3EF0FAA0-1F72-4B8D-803F-4AE4D2FF09DC}" destId="{F3893331-9897-41A4-8958-700F5DBA39CA}" srcOrd="0" destOrd="0" presId="urn:microsoft.com/office/officeart/2018/5/layout/IconCircleLabelList"/>
    <dgm:cxn modelId="{86248714-7F51-485B-B7E2-6FCD54EEA04B}" type="presParOf" srcId="{3EF0FAA0-1F72-4B8D-803F-4AE4D2FF09DC}" destId="{1BE8CE2B-14D4-4A37-9AFC-8749A463DE5E}" srcOrd="1" destOrd="0" presId="urn:microsoft.com/office/officeart/2018/5/layout/IconCircleLabelList"/>
    <dgm:cxn modelId="{059D69B4-7234-4E68-98F4-4A1A135751C7}" type="presParOf" srcId="{3EF0FAA0-1F72-4B8D-803F-4AE4D2FF09DC}" destId="{7A346A3C-7C6F-4D0F-905D-E97BF764B61D}" srcOrd="2" destOrd="0" presId="urn:microsoft.com/office/officeart/2018/5/layout/IconCircleLabelList"/>
    <dgm:cxn modelId="{771852DF-794F-4D07-8ED5-8994EAA8F381}" type="presParOf" srcId="{3EF0FAA0-1F72-4B8D-803F-4AE4D2FF09DC}" destId="{3C5599FA-829C-4C8F-AF85-2BF9BCEE1FA8}" srcOrd="3" destOrd="0" presId="urn:microsoft.com/office/officeart/2018/5/layout/IconCircleLabelList"/>
    <dgm:cxn modelId="{D1F26ADF-3C04-43E0-8481-936EB57D5E71}" type="presParOf" srcId="{A61ABED0-8174-4540-A7E8-53CCA9054A0D}" destId="{99398160-C4D6-4952-95AA-9CFDA46A4396}" srcOrd="3" destOrd="0" presId="urn:microsoft.com/office/officeart/2018/5/layout/IconCircleLabelList"/>
    <dgm:cxn modelId="{5445F1F1-1C17-4454-AFE3-EA10D6BA7940}" type="presParOf" srcId="{A61ABED0-8174-4540-A7E8-53CCA9054A0D}" destId="{AE57288E-F16E-44AC-A9E1-6CDCB2E629E9}" srcOrd="4" destOrd="0" presId="urn:microsoft.com/office/officeart/2018/5/layout/IconCircleLabelList"/>
    <dgm:cxn modelId="{ACD2F9E0-DB7E-4608-A03E-81C36B1DE2FB}" type="presParOf" srcId="{AE57288E-F16E-44AC-A9E1-6CDCB2E629E9}" destId="{679A3AFE-BADE-432E-8B34-3EE9AA2834D6}" srcOrd="0" destOrd="0" presId="urn:microsoft.com/office/officeart/2018/5/layout/IconCircleLabelList"/>
    <dgm:cxn modelId="{D6C0AFC7-04FE-4262-9F03-6A9A2385A41C}" type="presParOf" srcId="{AE57288E-F16E-44AC-A9E1-6CDCB2E629E9}" destId="{F46671F4-8091-4503-94ED-8E277CE51207}" srcOrd="1" destOrd="0" presId="urn:microsoft.com/office/officeart/2018/5/layout/IconCircleLabelList"/>
    <dgm:cxn modelId="{77331879-CA93-4657-AE68-A93A83B46DE1}" type="presParOf" srcId="{AE57288E-F16E-44AC-A9E1-6CDCB2E629E9}" destId="{997C4459-D9D8-4CA5-A981-0E59B97C8836}" srcOrd="2" destOrd="0" presId="urn:microsoft.com/office/officeart/2018/5/layout/IconCircleLabelList"/>
    <dgm:cxn modelId="{3FDD48AA-801A-4198-AEDC-E3F5C4A4DD29}" type="presParOf" srcId="{AE57288E-F16E-44AC-A9E1-6CDCB2E629E9}" destId="{6F63C339-F4B5-48A2-8094-FFAE965C63EF}" srcOrd="3" destOrd="0" presId="urn:microsoft.com/office/officeart/2018/5/layout/IconCircleLabelList"/>
    <dgm:cxn modelId="{493F2A84-5CD7-4D0E-AAE7-87287B4BA52C}" type="presParOf" srcId="{A61ABED0-8174-4540-A7E8-53CCA9054A0D}" destId="{CDF8446B-36D1-43F3-BB47-DCDB2991AE01}" srcOrd="5" destOrd="0" presId="urn:microsoft.com/office/officeart/2018/5/layout/IconCircleLabelList"/>
    <dgm:cxn modelId="{BB0EEDE8-8421-419C-B21B-1FF87F3901E5}" type="presParOf" srcId="{A61ABED0-8174-4540-A7E8-53CCA9054A0D}" destId="{067BC3F0-5583-4F06-8383-F7F3A37EB0E4}" srcOrd="6" destOrd="0" presId="urn:microsoft.com/office/officeart/2018/5/layout/IconCircleLabelList"/>
    <dgm:cxn modelId="{B7B2E8B7-23AB-47F7-ABD6-5B7B7853A83B}" type="presParOf" srcId="{067BC3F0-5583-4F06-8383-F7F3A37EB0E4}" destId="{E4F4E558-5A0C-451D-86DC-810D18EE306E}" srcOrd="0" destOrd="0" presId="urn:microsoft.com/office/officeart/2018/5/layout/IconCircleLabelList"/>
    <dgm:cxn modelId="{E2371AA3-D0F3-4C0C-B162-5764D69BBE87}" type="presParOf" srcId="{067BC3F0-5583-4F06-8383-F7F3A37EB0E4}" destId="{2512C852-E677-465E-A488-D6FB89B56879}" srcOrd="1" destOrd="0" presId="urn:microsoft.com/office/officeart/2018/5/layout/IconCircleLabelList"/>
    <dgm:cxn modelId="{F795B0B4-81CC-4DA0-99CA-7E1A49A8DF86}" type="presParOf" srcId="{067BC3F0-5583-4F06-8383-F7F3A37EB0E4}" destId="{CD2ECCCD-F4E3-41DF-86C7-74B8BFA88FAD}" srcOrd="2" destOrd="0" presId="urn:microsoft.com/office/officeart/2018/5/layout/IconCircleLabelList"/>
    <dgm:cxn modelId="{1D000D76-DA85-4F89-94B2-13E1D4C9F4EA}" type="presParOf" srcId="{067BC3F0-5583-4F06-8383-F7F3A37EB0E4}" destId="{F0DA4560-B5A3-4215-A031-B5CD8BD1DB7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B71563-1FC5-4583-929D-300CE8DBAC6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3B6E47-7313-4834-B760-189FED795D96}">
      <dgm:prSet/>
      <dgm:spPr/>
      <dgm:t>
        <a:bodyPr/>
        <a:lstStyle/>
        <a:p>
          <a:r>
            <a:rPr lang="en-US"/>
            <a:t>Atlassian. (2026). Agile ceremonies guide.</a:t>
          </a:r>
        </a:p>
      </dgm:t>
    </dgm:pt>
    <dgm:pt modelId="{53A6EAAF-0F55-4A23-A051-750C19E6DB72}" type="parTrans" cxnId="{B0942619-B6BF-419F-B251-4EA6BACA62F2}">
      <dgm:prSet/>
      <dgm:spPr/>
      <dgm:t>
        <a:bodyPr/>
        <a:lstStyle/>
        <a:p>
          <a:endParaRPr lang="en-US"/>
        </a:p>
      </dgm:t>
    </dgm:pt>
    <dgm:pt modelId="{870E0AB2-D53B-4369-9773-2BD21618B421}" type="sibTrans" cxnId="{B0942619-B6BF-419F-B251-4EA6BACA62F2}">
      <dgm:prSet/>
      <dgm:spPr/>
      <dgm:t>
        <a:bodyPr/>
        <a:lstStyle/>
        <a:p>
          <a:endParaRPr lang="en-US"/>
        </a:p>
      </dgm:t>
    </dgm:pt>
    <dgm:pt modelId="{644645FB-51E6-4456-9BA9-73772A14A801}">
      <dgm:prSet/>
      <dgm:spPr/>
      <dgm:t>
        <a:bodyPr/>
        <a:lstStyle/>
        <a:p>
          <a:r>
            <a:rPr lang="en-US"/>
            <a:t>Microsoft. (2025). Azure Boards overview.</a:t>
          </a:r>
        </a:p>
      </dgm:t>
    </dgm:pt>
    <dgm:pt modelId="{C4544ECF-31E4-480F-98C4-9E2CB86870C3}" type="parTrans" cxnId="{7D5B2AC0-A67D-41A5-BAEF-DA3278377E43}">
      <dgm:prSet/>
      <dgm:spPr/>
      <dgm:t>
        <a:bodyPr/>
        <a:lstStyle/>
        <a:p>
          <a:endParaRPr lang="en-US"/>
        </a:p>
      </dgm:t>
    </dgm:pt>
    <dgm:pt modelId="{1D031BF6-52C0-4254-9B88-81336F109563}" type="sibTrans" cxnId="{7D5B2AC0-A67D-41A5-BAEF-DA3278377E43}">
      <dgm:prSet/>
      <dgm:spPr/>
      <dgm:t>
        <a:bodyPr/>
        <a:lstStyle/>
        <a:p>
          <a:endParaRPr lang="en-US"/>
        </a:p>
      </dgm:t>
    </dgm:pt>
    <dgm:pt modelId="{ADA69862-7017-456A-912D-6FD7859B950A}">
      <dgm:prSet/>
      <dgm:spPr/>
      <dgm:t>
        <a:bodyPr/>
        <a:lstStyle/>
        <a:p>
          <a:r>
            <a:rPr lang="en-US"/>
            <a:t>Scrum Guide (2020).</a:t>
          </a:r>
        </a:p>
      </dgm:t>
    </dgm:pt>
    <dgm:pt modelId="{99DF44AD-57F1-4CC3-BE3F-0DE70F5BBE58}" type="parTrans" cxnId="{B8F9F4E1-4BBC-49BB-8C52-2DB5010CBFCB}">
      <dgm:prSet/>
      <dgm:spPr/>
      <dgm:t>
        <a:bodyPr/>
        <a:lstStyle/>
        <a:p>
          <a:endParaRPr lang="en-US"/>
        </a:p>
      </dgm:t>
    </dgm:pt>
    <dgm:pt modelId="{0BB035E4-E6A0-41B3-B907-09A5B3628318}" type="sibTrans" cxnId="{B8F9F4E1-4BBC-49BB-8C52-2DB5010CBFCB}">
      <dgm:prSet/>
      <dgm:spPr/>
      <dgm:t>
        <a:bodyPr/>
        <a:lstStyle/>
        <a:p>
          <a:endParaRPr lang="en-US"/>
        </a:p>
      </dgm:t>
    </dgm:pt>
    <dgm:pt modelId="{D1C3E6E3-051D-47B8-A252-60D4173D324A}">
      <dgm:prSet/>
      <dgm:spPr/>
      <dgm:t>
        <a:bodyPr/>
        <a:lstStyle/>
        <a:p>
          <a:r>
            <a:rPr lang="en-US"/>
            <a:t>Project Management Institute (2024).</a:t>
          </a:r>
        </a:p>
      </dgm:t>
    </dgm:pt>
    <dgm:pt modelId="{046C954C-5F3C-4750-9AC5-9CBB52F09F28}" type="parTrans" cxnId="{859AAC91-3AE0-45EA-80CB-635DA16AFB88}">
      <dgm:prSet/>
      <dgm:spPr/>
      <dgm:t>
        <a:bodyPr/>
        <a:lstStyle/>
        <a:p>
          <a:endParaRPr lang="en-US"/>
        </a:p>
      </dgm:t>
    </dgm:pt>
    <dgm:pt modelId="{33451602-E802-499E-817B-1AD5D17A0A84}" type="sibTrans" cxnId="{859AAC91-3AE0-45EA-80CB-635DA16AFB88}">
      <dgm:prSet/>
      <dgm:spPr/>
      <dgm:t>
        <a:bodyPr/>
        <a:lstStyle/>
        <a:p>
          <a:endParaRPr lang="en-US"/>
        </a:p>
      </dgm:t>
    </dgm:pt>
    <dgm:pt modelId="{AE181FE3-80F9-4A1D-AA36-8A3DD5507D69}" type="pres">
      <dgm:prSet presAssocID="{04B71563-1FC5-4583-929D-300CE8DBAC6B}" presName="linear" presStyleCnt="0">
        <dgm:presLayoutVars>
          <dgm:animLvl val="lvl"/>
          <dgm:resizeHandles val="exact"/>
        </dgm:presLayoutVars>
      </dgm:prSet>
      <dgm:spPr/>
    </dgm:pt>
    <dgm:pt modelId="{5A38B67F-3F8C-4412-BAEF-A21AD78CA2E4}" type="pres">
      <dgm:prSet presAssocID="{E83B6E47-7313-4834-B760-189FED795D9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CDBAAE-E99F-4258-B870-698119078C9F}" type="pres">
      <dgm:prSet presAssocID="{870E0AB2-D53B-4369-9773-2BD21618B421}" presName="spacer" presStyleCnt="0"/>
      <dgm:spPr/>
    </dgm:pt>
    <dgm:pt modelId="{27C4E141-618A-4673-A631-97A46B2CAACC}" type="pres">
      <dgm:prSet presAssocID="{644645FB-51E6-4456-9BA9-73772A14A8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ACE19E-9B3A-4D4B-84CD-E7239A20B56C}" type="pres">
      <dgm:prSet presAssocID="{1D031BF6-52C0-4254-9B88-81336F109563}" presName="spacer" presStyleCnt="0"/>
      <dgm:spPr/>
    </dgm:pt>
    <dgm:pt modelId="{55E73833-AD67-43BF-AFA7-F79FEBF5C989}" type="pres">
      <dgm:prSet presAssocID="{ADA69862-7017-456A-912D-6FD7859B95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C776DD-4F71-40BC-A85B-2A527D45D411}" type="pres">
      <dgm:prSet presAssocID="{0BB035E4-E6A0-41B3-B907-09A5B3628318}" presName="spacer" presStyleCnt="0"/>
      <dgm:spPr/>
    </dgm:pt>
    <dgm:pt modelId="{CF47442C-6216-4756-867D-F45C29A5C5AD}" type="pres">
      <dgm:prSet presAssocID="{D1C3E6E3-051D-47B8-A252-60D4173D32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F2E816-2B72-4419-8666-7CD26DD831D4}" type="presOf" srcId="{E83B6E47-7313-4834-B760-189FED795D96}" destId="{5A38B67F-3F8C-4412-BAEF-A21AD78CA2E4}" srcOrd="0" destOrd="0" presId="urn:microsoft.com/office/officeart/2005/8/layout/vList2"/>
    <dgm:cxn modelId="{B0942619-B6BF-419F-B251-4EA6BACA62F2}" srcId="{04B71563-1FC5-4583-929D-300CE8DBAC6B}" destId="{E83B6E47-7313-4834-B760-189FED795D96}" srcOrd="0" destOrd="0" parTransId="{53A6EAAF-0F55-4A23-A051-750C19E6DB72}" sibTransId="{870E0AB2-D53B-4369-9773-2BD21618B421}"/>
    <dgm:cxn modelId="{A4DD0B83-61D1-49D4-91FB-10D8C54715DD}" type="presOf" srcId="{04B71563-1FC5-4583-929D-300CE8DBAC6B}" destId="{AE181FE3-80F9-4A1D-AA36-8A3DD5507D69}" srcOrd="0" destOrd="0" presId="urn:microsoft.com/office/officeart/2005/8/layout/vList2"/>
    <dgm:cxn modelId="{3EC1D78A-DFE7-42EF-B878-33DD7521C828}" type="presOf" srcId="{D1C3E6E3-051D-47B8-A252-60D4173D324A}" destId="{CF47442C-6216-4756-867D-F45C29A5C5AD}" srcOrd="0" destOrd="0" presId="urn:microsoft.com/office/officeart/2005/8/layout/vList2"/>
    <dgm:cxn modelId="{859AAC91-3AE0-45EA-80CB-635DA16AFB88}" srcId="{04B71563-1FC5-4583-929D-300CE8DBAC6B}" destId="{D1C3E6E3-051D-47B8-A252-60D4173D324A}" srcOrd="3" destOrd="0" parTransId="{046C954C-5F3C-4750-9AC5-9CBB52F09F28}" sibTransId="{33451602-E802-499E-817B-1AD5D17A0A84}"/>
    <dgm:cxn modelId="{7B9C489B-2474-4DFD-A245-4A45D875DD5B}" type="presOf" srcId="{644645FB-51E6-4456-9BA9-73772A14A801}" destId="{27C4E141-618A-4673-A631-97A46B2CAACC}" srcOrd="0" destOrd="0" presId="urn:microsoft.com/office/officeart/2005/8/layout/vList2"/>
    <dgm:cxn modelId="{7D5B2AC0-A67D-41A5-BAEF-DA3278377E43}" srcId="{04B71563-1FC5-4583-929D-300CE8DBAC6B}" destId="{644645FB-51E6-4456-9BA9-73772A14A801}" srcOrd="1" destOrd="0" parTransId="{C4544ECF-31E4-480F-98C4-9E2CB86870C3}" sibTransId="{1D031BF6-52C0-4254-9B88-81336F109563}"/>
    <dgm:cxn modelId="{B29076CD-CE2C-4515-9433-4F7F85B57FFC}" type="presOf" srcId="{ADA69862-7017-456A-912D-6FD7859B950A}" destId="{55E73833-AD67-43BF-AFA7-F79FEBF5C989}" srcOrd="0" destOrd="0" presId="urn:microsoft.com/office/officeart/2005/8/layout/vList2"/>
    <dgm:cxn modelId="{B8F9F4E1-4BBC-49BB-8C52-2DB5010CBFCB}" srcId="{04B71563-1FC5-4583-929D-300CE8DBAC6B}" destId="{ADA69862-7017-456A-912D-6FD7859B950A}" srcOrd="2" destOrd="0" parTransId="{99DF44AD-57F1-4CC3-BE3F-0DE70F5BBE58}" sibTransId="{0BB035E4-E6A0-41B3-B907-09A5B3628318}"/>
    <dgm:cxn modelId="{8EB3AD44-D45A-4B00-ABF0-9582A19B80AF}" type="presParOf" srcId="{AE181FE3-80F9-4A1D-AA36-8A3DD5507D69}" destId="{5A38B67F-3F8C-4412-BAEF-A21AD78CA2E4}" srcOrd="0" destOrd="0" presId="urn:microsoft.com/office/officeart/2005/8/layout/vList2"/>
    <dgm:cxn modelId="{F16B59F4-C2AE-4C50-BAC0-40DDB4F5C46C}" type="presParOf" srcId="{AE181FE3-80F9-4A1D-AA36-8A3DD5507D69}" destId="{DDCDBAAE-E99F-4258-B870-698119078C9F}" srcOrd="1" destOrd="0" presId="urn:microsoft.com/office/officeart/2005/8/layout/vList2"/>
    <dgm:cxn modelId="{3B50EFB4-1548-45AC-89AE-C2913DF3BCEA}" type="presParOf" srcId="{AE181FE3-80F9-4A1D-AA36-8A3DD5507D69}" destId="{27C4E141-618A-4673-A631-97A46B2CAACC}" srcOrd="2" destOrd="0" presId="urn:microsoft.com/office/officeart/2005/8/layout/vList2"/>
    <dgm:cxn modelId="{BB2ED1A2-A5E5-4FC5-B07A-A3CC8D0E9A7C}" type="presParOf" srcId="{AE181FE3-80F9-4A1D-AA36-8A3DD5507D69}" destId="{9FACE19E-9B3A-4D4B-84CD-E7239A20B56C}" srcOrd="3" destOrd="0" presId="urn:microsoft.com/office/officeart/2005/8/layout/vList2"/>
    <dgm:cxn modelId="{C73F756B-D1D1-42ED-8B0A-27F48D91B10C}" type="presParOf" srcId="{AE181FE3-80F9-4A1D-AA36-8A3DD5507D69}" destId="{55E73833-AD67-43BF-AFA7-F79FEBF5C989}" srcOrd="4" destOrd="0" presId="urn:microsoft.com/office/officeart/2005/8/layout/vList2"/>
    <dgm:cxn modelId="{42F93DCA-13A3-40CF-BD12-65124A2E217B}" type="presParOf" srcId="{AE181FE3-80F9-4A1D-AA36-8A3DD5507D69}" destId="{B8C776DD-4F71-40BC-A85B-2A527D45D411}" srcOrd="5" destOrd="0" presId="urn:microsoft.com/office/officeart/2005/8/layout/vList2"/>
    <dgm:cxn modelId="{50E67B47-5EA3-4FB0-B421-B54DD23DC6BC}" type="presParOf" srcId="{AE181FE3-80F9-4A1D-AA36-8A3DD5507D69}" destId="{CF47442C-6216-4756-867D-F45C29A5C5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A0A4A-7099-4FB9-90DB-2BDD80D62AC6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A0DE2-2194-497E-BB02-8BCEA9C082CF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2ED74-0E44-4C09-A3E2-C35974D8000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Scrum Master – Facilitates team, removes blockers</a:t>
          </a:r>
        </a:p>
      </dsp:txBody>
      <dsp:txXfrm>
        <a:off x="25435" y="2456402"/>
        <a:ext cx="1800000" cy="720000"/>
      </dsp:txXfrm>
    </dsp:sp>
    <dsp:sp modelId="{0EAEFFCB-42EC-40E1-855B-6B5ADE9FC53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F1D0E-A28B-48AC-A20F-9B5E8810386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BA7C1-1827-44B3-A88E-1CE6052DC5C1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Product Owner – Manages backlog and priorities</a:t>
          </a:r>
        </a:p>
      </dsp:txBody>
      <dsp:txXfrm>
        <a:off x="2140435" y="2456402"/>
        <a:ext cx="1800000" cy="720000"/>
      </dsp:txXfrm>
    </dsp:sp>
    <dsp:sp modelId="{ADC7F3DE-76B1-4FC5-913B-EB17976D5D6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AA3FC-397D-4CA1-B029-D20B869A9B5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E709E-E77E-42AB-BA50-397094108815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Developer – Builds and implements features</a:t>
          </a:r>
        </a:p>
      </dsp:txBody>
      <dsp:txXfrm>
        <a:off x="4255435" y="2456402"/>
        <a:ext cx="1800000" cy="720000"/>
      </dsp:txXfrm>
    </dsp:sp>
    <dsp:sp modelId="{F024D180-A86D-47E2-83C9-5F3C361C297A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09995-5A14-4E30-83F5-2085415657F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6AE9D-6139-4D5A-86EF-AEA2B073B8A8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Tester – Validates functionality and quality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DD258-7A97-4F2C-A994-66D077224614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B7981-0A94-4AEB-B11C-779ABE170E44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Planning – Backlog and Sprint Planning</a:t>
          </a:r>
        </a:p>
      </dsp:txBody>
      <dsp:txXfrm>
        <a:off x="729373" y="1314747"/>
        <a:ext cx="1488867" cy="595546"/>
      </dsp:txXfrm>
    </dsp:sp>
    <dsp:sp modelId="{5C6268FD-1E0F-4F05-821F-800B410A81A1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0F8D9-29FD-4E73-9210-8FA85A9EA8D0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Development – Iterative sprints</a:t>
          </a:r>
        </a:p>
      </dsp:txBody>
      <dsp:txXfrm>
        <a:off x="2478792" y="1314747"/>
        <a:ext cx="1488867" cy="595546"/>
      </dsp:txXfrm>
    </dsp:sp>
    <dsp:sp modelId="{28C645EC-0D7A-47AF-92C7-B44B43CB5A51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6D572-C9C6-4009-89C9-C103189F2C4A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Testing – Continuous testing during development</a:t>
          </a:r>
        </a:p>
      </dsp:txBody>
      <dsp:txXfrm>
        <a:off x="4228211" y="1314747"/>
        <a:ext cx="1488867" cy="595546"/>
      </dsp:txXfrm>
    </dsp:sp>
    <dsp:sp modelId="{05F04686-8DA0-4036-A60F-554AB2C8EEAF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1D43A-1BC7-41C3-9130-D542FB8C68DD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Review – Sprint Review for feedback</a:t>
          </a:r>
        </a:p>
      </dsp:txBody>
      <dsp:txXfrm>
        <a:off x="5977630" y="1314747"/>
        <a:ext cx="1488867" cy="595546"/>
      </dsp:txXfrm>
    </dsp:sp>
    <dsp:sp modelId="{43AF0964-C6AA-4321-A60C-C52BD349508B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1631B-B3D1-43E5-AB14-0B407846CFF5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Improvement – Retrospective for process improvement</a:t>
          </a:r>
        </a:p>
      </dsp:txBody>
      <dsp:txXfrm>
        <a:off x="3353501" y="3204069"/>
        <a:ext cx="1488867" cy="5955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B0F90-9FD4-4BD2-A266-4CC90EF45B55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99E0B-9906-4C5A-82A8-A854A72004A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Waterfall – Fixed plan, late testing, difficult to change</a:t>
          </a:r>
        </a:p>
      </dsp:txBody>
      <dsp:txXfrm>
        <a:off x="25435" y="2276522"/>
        <a:ext cx="1800000" cy="720000"/>
      </dsp:txXfrm>
    </dsp:sp>
    <dsp:sp modelId="{9F51757C-59BA-4EA6-B2C9-ED6425FB390D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7C9537-8395-4754-B335-473ADE9380C7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Agile – Flexible, continuous feedback, ongoing testing</a:t>
          </a:r>
        </a:p>
      </dsp:txBody>
      <dsp:txXfrm>
        <a:off x="2140435" y="2276522"/>
        <a:ext cx="1800000" cy="720000"/>
      </dsp:txXfrm>
    </dsp:sp>
    <dsp:sp modelId="{410799C2-CDF6-44A8-94AB-0F7EE47A31C6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449ED-37F4-4D6E-8A68-1CB922CB5EB2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Agile allows faster adaptation to change</a:t>
          </a:r>
        </a:p>
      </dsp:txBody>
      <dsp:txXfrm>
        <a:off x="4255435" y="2276522"/>
        <a:ext cx="1800000" cy="720000"/>
      </dsp:txXfrm>
    </dsp:sp>
    <dsp:sp modelId="{9505C1CA-E280-42F0-94AB-37858E2DF87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4346A-0982-4834-893C-9C401033457A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Agile improves collaboration and visibility</a:t>
          </a:r>
        </a:p>
      </dsp:txBody>
      <dsp:txXfrm>
        <a:off x="6370435" y="227652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D65DA-0C68-433C-9C72-E7E39DF8EE0A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2B0D6-3F3C-4033-B639-D79A3A278BF3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Used user stories to define requirements</a:t>
          </a:r>
        </a:p>
      </dsp:txBody>
      <dsp:txXfrm>
        <a:off x="25435" y="2276522"/>
        <a:ext cx="1800000" cy="720000"/>
      </dsp:txXfrm>
    </dsp:sp>
    <dsp:sp modelId="{79C4BBE8-AC6D-4EF3-A27A-4DC476D4D68F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CB9E6-E167-4D05-862C-FCDBA46E9C0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Adapted to changes (wellness travel focus)</a:t>
          </a:r>
        </a:p>
      </dsp:txBody>
      <dsp:txXfrm>
        <a:off x="2140435" y="2276522"/>
        <a:ext cx="1800000" cy="720000"/>
      </dsp:txXfrm>
    </dsp:sp>
    <dsp:sp modelId="{6960DEEB-B88A-4B4D-9F82-DEC31EBFBEF6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3066B-5674-4A60-998B-40105B2B3878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Continuous communication between roles</a:t>
          </a:r>
        </a:p>
      </dsp:txBody>
      <dsp:txXfrm>
        <a:off x="4255435" y="2276522"/>
        <a:ext cx="1800000" cy="720000"/>
      </dsp:txXfrm>
    </dsp:sp>
    <dsp:sp modelId="{1269738A-A51C-4158-A3AC-1FEC30A343D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44C91-DC3D-45DA-AFA6-F0D85974228D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Delivered value in smaller increments</a:t>
          </a:r>
        </a:p>
      </dsp:txBody>
      <dsp:txXfrm>
        <a:off x="6370435" y="227652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3FB8E-9641-469B-97A1-DFCC41949495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941B3-4A33-4677-B670-C9BDB27DF81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C1725-2778-4010-8035-21C76C51CE93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Faster response to change</a:t>
          </a:r>
        </a:p>
      </dsp:txBody>
      <dsp:txXfrm>
        <a:off x="25435" y="2456402"/>
        <a:ext cx="1800000" cy="720000"/>
      </dsp:txXfrm>
    </dsp:sp>
    <dsp:sp modelId="{F3893331-9897-41A4-8958-700F5DBA39C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8CE2B-14D4-4A37-9AFC-8749A463DE5E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599FA-829C-4C8F-AF85-2BF9BCEE1FA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Better communication and teamwork</a:t>
          </a:r>
        </a:p>
      </dsp:txBody>
      <dsp:txXfrm>
        <a:off x="2140435" y="2456402"/>
        <a:ext cx="1800000" cy="720000"/>
      </dsp:txXfrm>
    </dsp:sp>
    <dsp:sp modelId="{679A3AFE-BADE-432E-8B34-3EE9AA2834D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671F4-8091-4503-94ED-8E277CE51207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3C339-F4B5-48A2-8094-FFAE965C63EF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Continuous improvement through retrospectives</a:t>
          </a:r>
        </a:p>
      </dsp:txBody>
      <dsp:txXfrm>
        <a:off x="4255435" y="2456402"/>
        <a:ext cx="1800000" cy="720000"/>
      </dsp:txXfrm>
    </dsp:sp>
    <dsp:sp modelId="{E4F4E558-5A0C-451D-86DC-810D18EE306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2C852-E677-465E-A488-D6FB89B56879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A4560-B5A3-4215-A031-B5CD8BD1DB7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Reduced risk of building the wrong product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38B67F-3F8C-4412-BAEF-A21AD78CA2E4}">
      <dsp:nvSpPr>
        <dsp:cNvPr id="0" name=""/>
        <dsp:cNvSpPr/>
      </dsp:nvSpPr>
      <dsp:spPr>
        <a:xfrm>
          <a:off x="0" y="213962"/>
          <a:ext cx="8195871" cy="863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Atlassian. (2026). Agile ceremonies guide.</a:t>
          </a:r>
        </a:p>
      </dsp:txBody>
      <dsp:txXfrm>
        <a:off x="42151" y="256113"/>
        <a:ext cx="8111569" cy="779158"/>
      </dsp:txXfrm>
    </dsp:sp>
    <dsp:sp modelId="{27C4E141-618A-4673-A631-97A46B2CAACC}">
      <dsp:nvSpPr>
        <dsp:cNvPr id="0" name=""/>
        <dsp:cNvSpPr/>
      </dsp:nvSpPr>
      <dsp:spPr>
        <a:xfrm>
          <a:off x="0" y="1181102"/>
          <a:ext cx="8195871" cy="86346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Microsoft. (2025). Azure Boards overview.</a:t>
          </a:r>
        </a:p>
      </dsp:txBody>
      <dsp:txXfrm>
        <a:off x="42151" y="1223253"/>
        <a:ext cx="8111569" cy="779158"/>
      </dsp:txXfrm>
    </dsp:sp>
    <dsp:sp modelId="{55E73833-AD67-43BF-AFA7-F79FEBF5C989}">
      <dsp:nvSpPr>
        <dsp:cNvPr id="0" name=""/>
        <dsp:cNvSpPr/>
      </dsp:nvSpPr>
      <dsp:spPr>
        <a:xfrm>
          <a:off x="0" y="2148242"/>
          <a:ext cx="8195871" cy="8634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Scrum Guide (2020).</a:t>
          </a:r>
        </a:p>
      </dsp:txBody>
      <dsp:txXfrm>
        <a:off x="42151" y="2190393"/>
        <a:ext cx="8111569" cy="779158"/>
      </dsp:txXfrm>
    </dsp:sp>
    <dsp:sp modelId="{CF47442C-6216-4756-867D-F45C29A5C5AD}">
      <dsp:nvSpPr>
        <dsp:cNvPr id="0" name=""/>
        <dsp:cNvSpPr/>
      </dsp:nvSpPr>
      <dsp:spPr>
        <a:xfrm>
          <a:off x="0" y="3115382"/>
          <a:ext cx="8195871" cy="8634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Project Management Institute (2024).</a:t>
          </a:r>
        </a:p>
      </dsp:txBody>
      <dsp:txXfrm>
        <a:off x="42151" y="3157533"/>
        <a:ext cx="8111569" cy="779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b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 250 </a:t>
            </a:r>
            <a:b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9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B02000-958F-D94C-40E9-67EF5D9AD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2987" y="2116422"/>
            <a:ext cx="5085525" cy="2622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Scrum 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B3D642-41F0-3AF0-AC63-86C793D02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5564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Agile SDLC Phases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12372A-1C4F-68BC-558B-370623341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35540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Waterfall vs Agile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5D973B-A38B-DE20-2E93-DE3432C650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680771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Agile in SNHU Travel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0B8E10-4379-D836-C1EB-B81B17860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4936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Why Agile is Better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9E23EB-D728-365A-B798-59C4800D0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1250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References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DAA6CE-EF07-95C8-5EF1-B338104B63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4778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182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  CS 250    </vt:lpstr>
      <vt:lpstr>Scrum Roles</vt:lpstr>
      <vt:lpstr>Agile SDLC Phases</vt:lpstr>
      <vt:lpstr>Waterfall vs Agile</vt:lpstr>
      <vt:lpstr>Agile in SNHU Travel Project</vt:lpstr>
      <vt:lpstr>Why Agile is Better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Torres, Gustavo</cp:lastModifiedBy>
  <cp:revision>2</cp:revision>
  <dcterms:created xsi:type="dcterms:W3CDTF">2013-01-27T09:14:16Z</dcterms:created>
  <dcterms:modified xsi:type="dcterms:W3CDTF">2026-04-16T20:51:22Z</dcterms:modified>
  <cp:category/>
</cp:coreProperties>
</file>